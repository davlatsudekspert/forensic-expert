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4-kurs-pediatriya-11-q30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№5. Лекция: Судебно-медицинская токсикология. Действие некоторых физических факторов на организм.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Какие две причины стоят впереди отравлений в структуре насильственной смерти?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Механические повреждения и действие высокой температуры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Действие электрического тока и механическая асфиксия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Механические повреждения и механическая асфиксия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Механическая асфиксия и ионизирующее излучение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Механические повреждения и механическая асфиксия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учебнике указано, что в структуре насильственной смерти отравления занимают третье место после механических повреждений и механической асфиксии. Физические факторы, перечисленные в других вариантах, в этом ряду не стоят перед отравлениями.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132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состояние наблюдается у лица, у которого после повторного приёма наркотического вещества сформировалась зависимость, при прекращении его приёма?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Идиосинкразия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Абстинентный синдром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Кумуляция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Толерантность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Абстинентный синдром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Вследствие психической и физической зависимости при прекращении приёма вещества развивается абстинентный синдром. Толерантность — это привыкание к веществу, идиосинкразия — повышенная чувствительность, а кумуляция — накопление вещества.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134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из следующих ядов относится к группе деструктивных ядов в судебно-медицинской классификации?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Соединения мышьяка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Цианиды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Этиловый спирт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Барбитураты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Соединения мышьяка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 деструктивным ядам относятся ртуть, свинец, цинк, мышьяк, фосфор и их соединения. Цианиды, этиловый спирт и барбитураты являются функциональными ядами, действующими преимущественно на центральную нервную систему.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139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Через какие частицы кислоты преимущественно оказывают повреждающее действие на ткани?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Гидроксильные анионы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Катионы аммония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Ионы тяжёлых металлов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Свободные ионы водорода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Свободные ионы водорода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Повреждающее действие кислот обусловлено свободными ионами водорода: они обезвоживают ткань, свёртывают белок и вызывают сухой некроз. Гидроксильные анионы характерны для щелочей.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140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отравлении сулемой в восходящем отделе толстой кишки возникают дифтеритическое воспаление и язвы с грязно-серым дном. Как называется это изменение?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«Сулемовая дизентерия»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«Сулемовая почка»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Ртутный стоматит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Ртутный гингивит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«Сулемовая дизентерия»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Это изменение в толстой кишке называется «сулемовая дизентерия». «Сулемовая почка» обозначает изменение в почках, а стоматит и гингивит — изменения в полости рта.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146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Что означает показатель LD50, используемый для сравнения токсичности?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Наименьшая доза, дающая терапевтический эффект у половины подопытных животных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Наименьшая доза, при которой все подопытные животные погибают в течение трёх суток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Средняя доза, при которой в течение трёх суток погибает половина подопытных животных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Доза, при которой концентрация яда в крови уменьшается в два раза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Средняя доза, при которой в течение трёх суток погибает половина подопытных животных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LD50 — средняя доза, при которой в течение трёх суток после введения погибает 50 % подопытных животных; выражается в мг/кг. Остальные варианты описывают терапевтический эффект, 100 % летальность или скорость выведения, а это не LD50.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78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Какое понятие описывает совокупность процессов поступления токсического вещества в организм, его распределения в различных органах и тканях, метаболизма и выведения из организма?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Токсикодинамика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Биотрансформация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Токсикокинетика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Кумуляция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Токсикокинетика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Токсикокинетика охватывает количественные и качественные изменения яда в организме, то есть его поступление, распределение, метаболизм и выведение. Токсикодинамика обозначает механизм взаимодействия яда с организмом. Биотрансформация — лишь часть токсикокинетики, а кумуляция — свойство вещества накапливаться.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136-137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Действием какого метаболита объясняются кардиотоксические, нефротоксические и нейротоксические изменения, развивающиеся после первоначального наркотического действия при отравлении метиловым спиртом?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Формальдегид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Ацетальдегид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Щавелевая кислота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Уксусная кислота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Формальдегид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окислении метилового спирта образуется формальдегид, и последующие поражения органов связаны с этим метаболитом. Ацетальдегид — продукт окисления этилового спирта, а щавелевая кислота — этиленгликоля. Уксусная кислота при этом отравлении не указана как основной токсичный метаболит.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138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Через какой орган преимущественно выводятся из организма летучие вещества?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Почки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Печень (с желчью)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Толстая кишка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Лёгкие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Лёгкие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Летучие вещества выводятся преимущественно с дыханием, то есть через лёгкие. Водорастворимые вещества выводятся через почки, соединения тяжёлых металлов — через толстую кишку, а жирорастворимые — с желчью.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137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утверждение верно при сравнении токсичности соединений мышьяка в зависимости от валентности?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Пятивалентные соединения токсичнее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Трёхвалентные соединения токсичнее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Соединения обеих валентностей одинаково токсичны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Токсичен только чистый, не окисленный на воздухе мышьяк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Трёхвалентные соединения токсичнее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Все соединения мышьяка токсичны, но трёхвалентные соединения токсичнее пятивалентных. Чистый мышьяк нерастворим в воде и жирах, поэтому не токсичен, а при окислении на воздухе образуются токсичные соединения.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148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называется доза, которая не приводит к смерти организма, но вызывает патологические изменения?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Терапевтическая доза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Летальная доза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Субтоксическая доза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Токсическая доза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Токсическая доза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Токсическая доза вызывает патологические изменения, но не приводит к смерти. Терапевтическая доза оказывает лечебное действие, летальная доза приводит к гибели организма. Субтоксические дозы — это небольшие количества, поступающие в организм в течение длительного времени при хроническом отравлении, и под это определение они не подходят.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78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барбитураты хорошо всасываются в желудке?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Так как pH желудка около 1, они остаются в виде недиссоциированных молекул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Соляная кислота желудка превращает их в соли, переводя в хорошо диссоциирующую форму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Вещества, всосавшиеся в желудке, минуя печень, попадают непосредственно в общий кровоток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Щелочная среда желудка усиливает их ионизацию и повышает проницаемость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Так как pH желудка около 1, они остаются в виде недиссоциированных молекул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pH желудочного сока приблизительно равен единице; в такой среде диссоциация кислотных веществ подавляется, и они хорошо всасываются в виде недиссоциированных молекул. Основные вещества (алкалоиды), напротив, в кислой среде превращаются в хорошо диссоциирующие соли и в желудке не всасываются. Среда желудка не является щелочной, а всосавшиеся вещества проходят через печень.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62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метаболит образуется при окислении этиленгликоля в организме и оказывает гепато- и нефротоксическое действие?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Формальдегид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Щавелевая кислота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Ацетальдегид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Уксусная кислота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Щавелевая кислота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Целая молекула этиленгликоля оказывает наркотическое действие, а его метаболит — щавелевая кислота — повреждает печень и почки. Формальдегид является метаболитом метилового спирта, а ацетальдегид — этилового спирта.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138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Чем отравление органическими соединениями ртути (например, гранозаном) отличается от отравления неорганическими соединениями (сулемой)?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Поражение почек и толстой кишки выражено сильнее, развивается выраженный ртутный стоматит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Преобладает преимущественно прижигающее местное действие, на слизистой оболочке рта возникает некроз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Скрытого периода нет, смерть обычно наступает в первые часы от коллапса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Нейротоксическое действие сильнее, поражение почек и толстой кишки слабее, стоматит не развивается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Нейротоксическое действие сильнее, поражение почек и толстой кишки слабее, стоматит не развивается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органических соединениях ртути основной ущерб приходится на центральную нервную систему (токсическая энцефалопатия, параличи), а почки и толстая кишка поражаются в меньшей степени. Напротив, для сулемы характерны стоматит, «сулемовый колит (дизентерия)» и «сулемовая почка». Отравление органическими соединениями протекает хронически и имеет скрытый период, длящийся месяцами.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146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цвет приобретает моча человека, отравившегося фенолом (карболовой кислотой), при контакте с воздухом?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Зелёно-коричневый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Красно-розовый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Желтовато-оранжевый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Бесцветная, прозрачная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Зелёно-коричневый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Поскольку в моче содержится производное фенола — хингидрон, на воздухе моча приобретает зелёно-коричневый цвет. Остальные варианты не являются изменением цвета, характерным для отравления фенолом.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142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лица, отрицавшего употребление спиртных напитков, была взята кровь на алкоголь. После хранения образца при комнатной температуре в течение 2 суток в крови обнаружен этанол 0,8‰. Как правильно оценить этот результат?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Результат достоверен: 0,8‰ всегда доказывает, что лицо употребляло спиртное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Результат может быть ложноотрицательным, так как при хранении этанол распадается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Результат может быть ложноположительным, так как при длительном хранении этанол образуется в самой крови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Условия хранения на результат не влияют, так как комнатная температура не изменяет образец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Результат может быть ложноположительным, так как при длительном хранении этанол образуется в самой крови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кровь хранится при комнатной температуре более суток, в ней может образоваться этанол в количестве примерно до 1‰, что приводит к ложноположительному результату. Поэтому образец следует хранить в холоде, а кожу нельзя протирать этанолом.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124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рабочего после работы с этилированным бензином, после короткого скрытого периода, появились снижение температуры тела, брадикардия, гипотония, потливость, слюнотечение и признаки острого психоза. Какова основная биохимическая причина этой картины?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Блокада холинэстеразы и пируватдегидрогеназы в головном мозге, накопление ацетилхолина и пирувата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Превращение гемоглобина в метгемоглобин с нарушением транспорта кислорода к тканям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Блокада цитохромоксидазы и прекращение тканевого дыхания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Связывание сульфгидрильных групп и некроз почечных канальцев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Блокада холинэстеразы и пируватдегидрогеназы в головном мозге, накопление ацетилхолина и пирувата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Тетраэтилсвинец блокирует в ткани головного мозга ферменты холинэстеразу и пируватдегидрогеназу, что приводит к накоплению ацетилхолина и пировиноградной кислоты. Поэтому развиваются холинергические симптомы (брадикардия, слюнотечение, потливость) и психоз. Остальные варианты характерны для механизма действия других ядов (метгемоглобинобразователей, цианидов, тяжёлых металлов).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147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Труп глубоко гнилостно изменён, внутренние органы грудной и брюшной полостей превратились в неразделимую смесь. Источник отравления неизвестен. Какой образец берётся для токсикологического исследования?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треть печени и целая почка с мочой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«Средняя проба» 1,5–2,0 кг из смеси внутренних органов грудной и брюшной полостей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содержимое желудка и 100–200 мл крови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треть головного мозга и четверть лёгкого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«Средняя проба» 1,5–2,0 кг из смеси внутренних органов грудной и брюшной полостей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глубоком гниении органы невозможно разделить, поэтому из их смеси берётся «средняя проба» в количестве 1,5–2,0 кг. Остальные варианты соответствуют отдельным образцам, берущимся из трупа с сохранными органами, или их части.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136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зарубежной судебно-медицинской практике с помощью газожидкостной хроматографии оценивают время, прошедшее от введения морфина до наступления смерти. При исследовании продолговатого мозга и мозжечка отношение «морфин в продолговатом мозге / морфин в мозжечке» составило 1,4. Какой вывод следует из этого результата?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 введения морфина до смерти прошло очень мало времени, смерть наступила почти мгновенно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Смерть наступила не от морфина, а от действия другого наркотического вещества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момента введения морфина прошло не менее нескольких часов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Отношение не отражает время, оно служит лишь доказательством хронической интоксикации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 момента введения морфина прошло не менее нескольких часов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отношение меньше 1, с момента введения прошло мало времени; если больше 1 — прошло не менее нескольких часов. Значение 1,4 соответствует второму случаю. Остальные варианты не соответствуют такой интерпретации отношения.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Пиголкин Ю.И. (ред.), Богомолов Д.В., Богомолова И.Н. va boshq. (Pigolkin Yu.I.)., Морфологическая диагностика наркотических интоксикаций в судебной медицине: руководство для врачей, 99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У больного, отравившегося барбитуратами (слабыми органическими кислотами), необходимо ускорить выведение яда с мочой. При какой реакции мочи выведение происходит лучше?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Если она более щелочная по сравнению с плазмой крови, слабокислотные вещества лучше переходят в мочу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она кислая, так как слабые кислоты в кислой среде ионизируются сильнее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pH мочи не имеет значения, так как барбитураты выводятся как сильные электролиты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pH мочи не имеет значения, так как липофильные соединения всё равно полностью выводятся почками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Если она более щелочная по сравнению с плазмой крови, слабокислотные вещества лучше переходят в мочу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Слабокислотные вещества (барбитураты, салициловая кислота) хорошо переходят из плазмы в более щелочную мочу. Слабые основания, напротив, хорошо выводятся с кислой мочой. От pH не зависят только сильные электролиты, а липофильные вещества почками практически не выводятся.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74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Из содержимого желудка трупа при подозрении на отравление приготовлено водное извлечение: красная лакмусовая бумага посинела, фенолфталеин окрасился в красный цвет. При добавлении к нему раствора хлорида бария окраска фенолфталеина не исчезла. Какой вывод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Щелочная реакция среды обусловлена карбонатом натрия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образце содержится большое количество минеральных кислот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Реакция среды обусловлена парами уксусной кислоты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образце присутствует едкая щёлочь или аммиак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В образце присутствует едкая щёлочь или аммиак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наличии сильной щёлочи или аммиака после добавления хлорида бария гидроксид-ионы остаются, и окраска сохраняется. В случае карбоната натрия карбонат бария выпадает в осадок, и окраска исчезает. Кислые вещества вообще не окрашивают фенолфталеин в красный цвет.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136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больного с подозрением на отравление при жизни наблюдались сужение зрачков (миоз), беловатые поперечные полосы на ногтевых пластинках и выпадение волос (алопеция). Какому яду соответствует сочетание этих трёх признаков?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Соединения ртути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Соединения таллия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Фосфорорганические соединения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Атропин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Соединения таллия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Миоз встречается при отравлении фосфорорганическими соединениями, опиатами и таллием. Беловатые полосы на ногтях характерны для таллия и мышьяка, алопеция — для таллия и ртути. Только таллий объединяет все три признака. При действии атропина зрачок, напротив, расширяется.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Ромодановский П.О., Баринов Е.Х., Судебная медицина в схемах и рисунках: учебное пособие, 406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человека, принявшего внутрь большое количество соединений мышьяка, развились сильная головная боль, бред и в короткий срок кома, желудочно-кишечных симптомов практически не было, смерть наступила в первые часы. На трупе морфологические изменения минимальны, оболочки головного мозга резко отёчны. Какая это форма отравления?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Желудочно-кишечная форма с холероподобным поносом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Хроническая форма с выпадением волос и полинейропатией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Гемолитическая форма с острой почечной недостаточностью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Паралитическая форма с параличом дыхательного и сердечно-сосудистого центров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Паралитическая форма с параличом дыхательного и сердечно-сосудистого центров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приёме яда в большом количестве или при парентеральном введении развивается паралитическая форма. При ней выражены признаки энцефалопатии, симптомы со стороны пищеварительной системы слабые, а смерть наступает в первые часы вследствие паралича центров. При желудочно-кишечной форме, напротив, бывают частая рвота и понос.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148-149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Труп захоронен достаточно давно, после эксгумации берутся образцы для судебно-химического исследования. Какой из предполагаемых ядов наиболее вероятно удастся обнаружить по прошествии такого срока?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Этиловый спирт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Цианид калия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Стрихнин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Атропин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Стрихнин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Стрихнин, мышьяк и соли тяжёлых металлов хорошо сохраняются, поэтому могут быть обнаружены и в захороненном трупе. Алкоголь и цианид калия быстро разрушаются как при жизни, так и после смерти. Атропин также склонен к разрушению после смерти.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298-299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эксперименте при подкожном введении кураре быстро наступил паралич мышц, а при введении того же количества через желудок никакого действия не наблюдалось. На каком правиле верно основано объяснение этой разницы?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Кураре активируется только в печени, поэтому при подкожном введении оно сначала тоже нетоксично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Желудочный сок полностью нейтрализует любой яд, поэтому вещество, попавшее через рот, не действует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Некоторые яды действуют только при поступлении определёнными путями, поэтому путь поступления определяет результат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При подкожном введении действующая доза относительно массы тела больше, поэтому паралич развивается быстро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Некоторые яды действуют только при поступлении определёнными путями, поэтому путь поступления определяет результат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Действие яда зависит от пути его поступления в организм: при подкожном введении кураре быстро парализует мышцы, а при поступлении через желудок остаётся без действия. Остальные варианты приводят обобщённые или вымышленные ошибочные механизмы, в книге такого объяснения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288-289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Для обнаружения предполагаемого аммиака к пробке колбы приклеены три бумажки: увлажнённая красная лакмусовая, смоченная ацетатом свинца и смоченная щелочным раствором сульфата меди. При нагревании гнилостного объекта лакмусовая и «медная» бумажки посинели, «свинцовая» почернела. Какой вывод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 объекте в результате гниения образовались сероводород и аммиак, поэтому аммиак в этом объекте обнаружить нельзя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Отравление аммиаком доказано, так как посинение лакмусовой и медной бумажек является характерным признаком аммиака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 объекте имеется только сероводород, аммиака нет совсем, поэтому отравление аммиаком исключается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Чёрный цвет свинцовой бумажки подтверждает наличие аммиака, а синие окраски не характерны для гниения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В объекте в результате гниения образовались сероводород и аммиак, поэтому аммиак в этом объекте обнаружить нельзя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чистом аммиаке синеют только лакмусовая и медная бумажки, свинцовая бумажка не изменяется. Изменение цвета всех трёх бумажек указывает на эндогенные H2S и NH3, образовавшиеся при гниении, поэтому достоверно обнаружить аммиак невозможно.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136-137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Спортсмен принимал анаболический стероид станозолол в течение нескольких недель и прекратил приём за месяц до соревнований. В день соревнований анализ мочи оказался отрицательным. Исследование какого образца может выявить факт приёма и через год и позже?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Сыворотка крови, взятая после соревнований, так как стероиды долго сохраняются в крови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Повторно взятая моча, так как метаболиты стероидов накапливаются в моче в течение года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Промывные воды желудка, так как вещество годами задерживается в стенке кишечника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Волосы, так как лекарственные вещества сохраняются в волосах длительное время, не подвергаясь метаболизму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Волосы, так как лекарственные вещества сохраняются в волосах длительное время, не подвергаясь метаболизму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Волосы — удобный для взятия и хранения субстрат, наркотические и лекарственные вещества в них не подвергаются метаболизму. Станозолол обнаруживали в волосах через год и более, даже когда в моче он не находился. В остальных образцах вещество быстро выводится.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148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анализе мочи на опиаты из 437 положительных результатов 7 оказались ошибочными, а из 273 отрицательных результатов — 13. Какова примерно доля ошибок среди отрицательных результатов?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1,6%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4,8%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3,0%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2,6%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4,8%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Доля ошибок среди отрицательных результатов составляет 13/273 ≈ 4,8%. Значение 1,6% — это 7/437, относящееся к ошибкам среди положительных результатов; остальные варианты получаются при путанице делимого и делителя. Более низкая достоверность отрицательных результатов соответствует общему выводу источника.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123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Из трупа необходимо выделить «металлические яды», такие как мышьяк и ртуть; в биологическом материале они образовали ковалентную связь с сульфгидрильными группами белков. Какой метод выделения логически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Настаивание материала с холодной водой для получения водного извлечения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Длительное настаивание материала в подкисленном спирте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Разрушение органических веществ нагреванием с окисляющими кислотами (минерализация)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Перегонка материала с водяным паром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Разрушение органических веществ нагреванием с окисляющими кислотами (минерализация)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Так как ковалентная связь наиболее прочная, обычное настаивание её не разрывает. Для выделения металлов органические вещества разрушают нагреванием с окисляющими кислотами. Настаивание подходит для ионных и более слабых связей, а перегонка — для летучих ядов.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69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судебно-медицинском вскрытии трупа с подозрением на отравление порядок исследования внутренних органов отличается от обычного. Какой вариант указывает правильный порядок?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Сначала содержимое желудка промывается водой, затем выделяются кишечник, а кровь берётся в самом конце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Сначала вскрывается сердце и берётся кровь, затем выделяются желудок и кишечник с перевязанными входным и выходным концами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Сначала вскрывается и опорожняется кишечник, затем вскрывается сердце, образцы фиксируются в формалине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Сначала выделяются печень и почки и промываются антисептическим раствором, затем берётся кровь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Сначала вскрывается сердце и берётся кровь, затем выделяются желудок и кишечник с перевязанными входным и выходным концами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подозрении на отравление первой берётся кровь из сердца, затем выделяются желудок и кишечник с перевязанными концами. Вода и антисептики не используются, так как яд может быть смыт; образцы не фиксируют формалином или спиртом.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296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Лекция: Судебно-медицинская токсикология. Действие некоторых физических факт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3-bob: zaharlanishlar tasnifi va toksikokinetika, s.53-119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4-bob: kimyoviy-toksikologik tahlil metodologiyasi, s.120-151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 (egasi taqdim etgan; yopiq foydalanish). . XIII-bob. Sud-tibbiy toksikologiya; bet 284-350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5-modul. Zaharlovchi moddalar ta’siridan jarohat va o‘lim; bet 375-407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VI bo‘lim, 15-bob. Zaharlar va zaharlanishlar haqida umumiy ma’lumot; test nazorati; bet 129-138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Пиголкин Ю.И. (ред.), Богомолов Д.В., Богомолова И.Н. va boshq. (Pigolkin Yu.I.). Морфологическая диагностика наркотических интоксикаций в судебной медицине: руководство для врачей, М.: Медицина (egasi taqdim etgan; yopiq foydalanish). 2004. 2-bob. Narkotik intoksikatsiyalarni sud-tibbiy diagnostika qilishning yangi metodologik yondashuvlari (kitob beti 89-124); bet 89-124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