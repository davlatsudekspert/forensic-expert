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medical examination of physical evidence. Order No. 130 of the Ministry of Health of the Republic of Uzbekistan dated April 15, 2026.</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Detection of saliva on a cigarette butt found at a crime scene is based on identifying which enzyme?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Peroxidase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Catalase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Amylase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Cholinesterase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Amylase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presence of saliva is proven by detecting the enzyme amylase in it. Peroxidase and catalase relate to presumptive tests for blood, while cholinesterase relates to the enzyme group systems of blood.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311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species origin of a urine stain usually not determined?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Urine does not contain species-specific proteins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Urine contains no group antigens at all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Urine stains do not fluoresce under ultraviolet light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Creatinine in urine breaks down quickly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Urine does not contain species-specific proteins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 determine species origin using specific sera, a species-specific protein is required, and urine does not contain such proteins. Group origin, however, can be determined using the ABO system, and creatinine is used to establish the presence of urine.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312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After a forensic histological examination, for at least how long are the histological slides and the blocks embedded with tissue pieces stored?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year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 years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 years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 years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 years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Slides and blocks are stored for at least 3 years. The 2-year period relates to the primary (formalin) archive of cadaveric organs and tissues, so it is a misleading option.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317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For how long are blood and urine samples sent to the forensic chemistry laboratory solely for ethyl alcohol determination stored in a refrigerator without preservation?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year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Blood and urine samples taken solely for ethyl alcohol determination are stored in a refrigerator without preservation for 30 days. Other biological objects are preserved with ethyl alcohol and kept in the archive in a refrigerator for up to one year.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320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hair samples are collected from five areas of the head to establish whether the hair belongs to a particular person, how many hair fibers should each cut tuft from each area contain?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5–10 fibers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10–15 fibers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20–30 fibers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40–50 fibers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20–30 fibers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Tufts of 20–30 fibers are cut as close to the skin as possible from the frontal, parietal, two temporal, and occipital regions and wrapped in separate sheets of paper. The other numbers do not correspond to the amount given in the textbook.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313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is a liquid blood sample taken from a suspect prepared for submission for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At least 3 ml, without preservative, in a clean test tube, closed with a clean stopper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least 3 ml, with preservative added, closed with a cotton swab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1 ml, with anticoagulant added, closed with gauze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3 ml, without preservative, frozen in a freezer at -20 °C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At least 3 ml, without preservative, in a clean test tube, closed with a clean stopper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Blood is collected in an amount of at least 3 ml, without any preservative, into a clean test tube or vial and closed with a clean stopper; gauze or cotton swabs are not used. If it cannot be sent immediately, liquid blood is stored at +4…+8 °C and is not frozen.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195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use of new pieces of gauze or bandage not recommended when taking a wash from a blood stain?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New gauze cannot moisten the blood stain sufficiently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When dry, new gauze mechanically damages blood proteins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finishing agents (appretures) it contains adversely affect serological reactions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New gauze becomes completely unsuitable as a control sample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finishing agents (appretures) it contains adversely affect serological reactions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New gauze and bandage contain finishing agents (appretures) as a result of chemical treatment, and these substances may distort subsequent serological reactions. The other options are not reasons given in the textbook.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304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blood traces are found in snow, in what order is the sample taken for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snow is quickly melted near a heater and the liquid is poured into a test tube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filter paper is pressed onto the snow and the wet paper is dried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snow is frozen in a freezer and sent to the laboratory as ice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snow is scooped with a spoon into a glass container and melted at room temperature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snow is scooped with a spoon into a glass container and melted at room temperature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snow should be placed in a glass container and melted at room temperature, after which a sample is taken from the resulting liquid onto a piece of gauze. For control, a similar sample is prepared from clean snow. Heating or freezing is not part of this procedure.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305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are the Teichmann and Takayama microcrystalline tests considered to have no practical diagnostic value?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They form hemoglobin crystals only in animal blood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Their sensitivity is low</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them, the appearance of blood cells changes within a short time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They show only the group origin of blood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Their sensitivity is low</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Microcrystalline methods detect crystals of hemoglobin derivatives, but they are not used in practice because of their low sensitivity. The rapid change of blood cells, however, is a limitation of the microscopic method. Microcrystalline methods serve to detect the presence of blood, not group origin.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306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can determination of the age (time of origin) of blood traces be carried out only approximately?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Changes in the traces depend not only on time but also on environmental conditions and the properties of the object bearing the stain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Hemoglobin in a blood stain does not change at all over time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activity of blood enzymes remains constant regardless of time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Blood traces are assessed in the laboratory only by DNA testing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Changes in the traces depend not only on time but also on environmental conditions and the properties of the object bearing the stain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Age estimation relies on changes in hemoglobin and a decrease in enzyme activity. However, temperature, humidity, wind, and the properties of the object also affect these changes, so the result is not exact. The other options contradict the information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308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presence of sweat in a stain on clothing or bedding is established by detecting which substance?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Detection of the amino acid serine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Detection of the enzyme amylase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Detection of creatinine and urea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Detection of choline, spermine and acid phosphatase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Detection of the amino acid serine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Sweat is rich in the amino acid serine, so the presence of sweat in a stain is established by detecting this substance. Amylase is characteristic of saliva, creatinine and urea of urine, and choline and spermine of semen traces.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312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 microscopic examination of a hair, a hook-shaped bulb with remnants of the follicular sheath above it was found at the root. What conclusion is drawn about this hair?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hair fell out on its own, because the root has a club-like shape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hair was twisted and charred by the effect of high temperature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hair was pulled out, because the bulb and follicular sheath are preserved at its root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hair was dyed, because the dye has accumulated at the root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hair was pulled out, because the bulb and follicular sheath are preserved at its root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root of a forcibly pulled-out hair retains a hook-shaped bulb with remnants of the follicular sheath above it. The root of a naturally shed hair is oval or club-shaped and has no follicular sheath. In dyed hair the dye is in the cuticle, not in the root.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315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cases are ballistic examinations performed in the medical-criminalistics department of a forensic medical examination institution?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cases of incised wounds inflicted with a knife and of transport trauma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cases of thermal burns and electrical injuries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cases of firearm injuries and explosion trauma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cases where skeletal remains of an unidentified corpse are found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cases of firearm injuries and explosion trauma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Ballistic examination concerns injuries inflicted by firearms and explosion trauma. Incised wounds and transport trauma mainly fall within the field of trace evidence (traceological) examination, and skeletal remains within the field of identification examination. Burns and electrical injuries are not objects of ballistic examination.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317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issue is mainly studied in situational examinations in medical criminalistics?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Whether it was possible to perform a particular action under the presumed circumstances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Whether an unidentified corpse belongs to a specific person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type and characteristics of a projectile fired from a firearm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presence of small-sized microparticles on clothing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Whether it was possible to perform a particular action under the presumed circumstances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situational examination answers the question of whether a certain action or injury could have occurred under the presumed circumstances of the event. Identification of a corpse is the task of identification examination, the type of projectile of ballistic examination, and microparticles of micrological examination.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319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approach is recommended when detecting a drug or poisonous substance in forensic chemical toxicological examinations?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single, most sensitive instrumental method alone is considered sufficient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At least two methods based on different physical and chemical principles are used whenever possible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color reactions are used, and the result is accepted as presumptive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gas-liquid chromatography is used, and no other methods are needed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At least two methods based on different physical and chemical principles are used whenever possible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For the reliability of the result, at least two methods are recommended, based on different principles so that they confirm each other. Color reactions are only a preliminary method. A single method alone, even the most sensitive one, is not considered sufficient.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320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murder case, tiny particles of the victim's tissue were found on the suspect's weapon, and particles of the weapon's material were found on the victim's clothing. The investigator asked to establish the mutual transfer of these particles. Which examination is performed?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Traceological examination, because it determines the damaging factor from the shape of the wound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Identification examination, because it establishes the identity of an unknown corpse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Situational examination, because it assesses the possibility of reconstructing the event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Micrological examination, because it studies the transfer of microtraces and microparticles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Micrological examination, because it studies the transfer of microtraces and microparticles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Micrological examination establishes the transfer of substances and micro-objects between the weapon and the victim's body or clothing, or the reverse. Traceological examination is directed at the damaging factor based on wounds and traces. Identification examination studies the identity of a corpse, and situational examination the possibility of an action.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318-319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postmortem examination of a corpse is being performed, and the internal organs are markedly putrefied. The assistant expert believes that, because of putrefaction, there is no need to take material for histological examination. According to the current rules, which statement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Material is not taken from putrefied organs; a diatom test is performed instead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Material is taken regardless, because putrefaction is not grounds for refusing histological examination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Material is taken only if the investigator specifically requests it; otherwise it is not required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Material is taken, but if putrefied it is destroyed without examination and is not placed in the archive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Material is taken regardless, because putrefaction is not grounds for refusing histological examination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all cases where a postmortem examination is performed, histological material must be taken; putrefaction and other postmortem changes are not grounds for refusing the examination. If the examination is not performed, the material is stored as a primary archive. A diatom test addresses a different question and does not replace histological examination.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316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For bloodstains collected at the scene, the expert determined the amount of dry residue: it totals 105 g. Given that on average 210 g of dry residue remains from one liter of liquid blood, approximately how much blood was shed externally?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0.5 liters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0.25 liters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1 liter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2 liters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About 0.5 liters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amount of blood is found by dividing the dry residue by the residue corresponding to 1 liter: 105 g / 210 g/l = 0.5 liters. The other options result from applying the ratio incorrectly.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308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bloody palm mark was found on a wall at the scene. The shape and dimensions of the mark fully correspond to the palm surface that touched the wall, and there are no signs of sliding. Which type does this mark belong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Pool of blood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Smear-type mark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Imprint (contact print) mark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Flow-type (trickle) mark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Imprint (contact print) mark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 surface contaminated with blood touches another surface without sliding, an imprint mark is left, and its shape and dimensions correspond to the contacting surface. A smear mark results from sliding, a flow mark from blood running along an inclined surface, and a pool from a large blood loss.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304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suspected bloodstain is very small, and the agglutinogens in it are weakly expressed. Which reaction is recommended for determining the group characteristic?</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Absorption-elution reaction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Separation by centrifugation according to the Schiff method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Cover glass (Lattes) method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Chistovich–Uhlenhuth precipitation reaction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Absorption-elution reaction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stain is scant and the antigens are weak, absorption-elution is recommended as the most sensitive method. The Schiff method is used for liquid blood, the Lattes method for agglutinins in a stain, and the precipitation reaction to determine species origin, not the blood group.</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307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blood stain belonging to a woman was found to contain the pregnancy enzyme oxytocinase. What conclusion about pregnancy would be correct for the expert to draw?</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enzyme determines the gestational age precisely because it appears only in the first month of pregnancy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Because the enzyme persisted in the stain for more than ten years, it allows a conclusion about the age of the stain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Detection of the enzyme definitively proves that the woman has recently given 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enzyme can persist in the stain for 2-3 months after childbirth, therefore pregnancy cannot be firmly established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enzyme can persist in the stain for 2-3 months after childbirth, therefore pregnancy cannot be firmly established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Oxytocinase appears in the blood during pregnancy, but it also persists in a blood stain for several months after childbirth. Therefore, the presence of pregnancy cannot be definitively established from a blood stain. The other options misinterpret the persistence characteristics of the enzyme.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308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torn end of a hair examined under the microscope formed a stepped surface. By what action was the hair torn?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Torn by a sharp, fast movement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Torn by a slower movement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Cut by a sharp object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Crushed by a blunt object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Torn by a slower movement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 hair is torn by a slower movement, a stepped surface remains at its tip, whereas with abrupt tearing the surface is flat. The tip of a hair cut by a sharp object is flat or finely serrated, while a blunt object crushes the shaft and splits it into fibers.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315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feces-like stain was found on a suspect's trousers. By examining the stain microscopically, which question can the expert reliably resolve?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That the feces belong to a human, by the precipitin test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ABO group affiliation of the feces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presence of feces in the stain: based on food remnants, microorganisms, and helminth eggs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the feces belong specifically to the suspect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presence of feces in the stain: based on food remnants, microorganisms, and helminth eggs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presence of feces is proven by finding food remnants, microorganisms, and helminth eggs on microscopic examination. The proteins that carry antigens in feces are broken down, so species and group affiliation, and therefore attribution to a particular person, cannot be determined.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312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a horizontal surface, the blood stain is round, with finely serrated edges, and there are no secondary splashes around it. What conclusion about the drop's fall height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drop fell from a height greater than 10-15 cm, but not high enough to produce splashes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drop fell from a height of up to 10-15 cm, under its own weight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drop fell onto an inclined surface from a moving body part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drop fell from a very great height, and the splashes were wiped away later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drop fell from a height greater than 10-15 cm, but not high enough to produce splashes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drop falling from a height of up to about 10-15 cm leaves a round stain with smooth edges. As the height increases, the edges become finely serrated, and with a further increase splashes appear around the stain. If there are serrated edges but no splashes, the height is intermediate. A moving body part or an inclined surface produces a pear-shaped stain.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304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blood stain taken from the scene was formed about one month earlier. The investigator asked for a determination of whether the stain belongs to a newborn infant or an adult. Which expert answer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alkaline denaturation method distinguishes HbA and HbF, so the question can be resolved regardless of the age of the stain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Based on the amount of the enzyme oxytocinase in the stain, the blood's origin from a newborn is determined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 such an old stain it is not possible to distinguish adult blood from infant blood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Only by detecting Y-chromatin can it be decided whether the blood belongs to an infant or an adult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such an old stain it is not possible to distinguish adult blood from infant blood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Distinguishing adult and infant blood by hemoglobin type (HbA or HbF) is possible only in relatively fresh stains. In stains 15-20 days old this possibility is lost. Oxytocinase is related to pregnancy and Y-chromatin to sex; they do not distinguish the age category.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308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shaft of a hair examined under the microscope is twisted, has taken on a reddish-brown tint, and air-filled cavities of various sizes are visible inside. Which effect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Effect of high temperature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Slow pulling out of the hair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Crushing and splitting into fibers as a result of a blunt object blow</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Cutting with a sharp object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Effect of high temperature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Twisting of the shaft, a reddish-brown tint, and air-filled cavities are signs of thermal action. A blunt object crushes the shaft and splits it into fibers, while a sharp object leaves a flat or finely serrated tip. Pulling out is seen mainly as changes in the root part.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315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expert is performing a cytological examination to determine sex in cells isolated from a blood stain. Which of the following findings corresponds to male sex?</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Detection of X-chromatin in cells stained with azure-eosin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large nucleus in a preparation stained with hematoxylin-eosin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Detection of chorionic gonadotropin hormone in blood serum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Detection of chromatin under fluorescence microscopy in cell nuclei stained with quinacrine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Detection of chromatin under fluorescence microscopy in cell nuclei stained with quinacrine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Y-chromatin, stained with quinacrine, is visible under fluorescence microscopy in the nuclei of male cells. X-chromatin, on the other hand, is detected in female cells with basic dyes (azure-eosin). Chorionic gonadotropin is related to pregnancy and does not indicate sex.</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307-308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stain with deeply soaked blood was found on sand by the roadside. In what manner is the sample taken for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thin scraping is taken from the sand with a clean scalpel and wrapped in clean paper like a powder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entire thickness of sand soaked with blood is taken onto a plate and dried at room temperature, and uncontaminated sand is taken as a control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sand is wiped with gauze moistened with water to obtain a wash, and dried in sunlight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sand is put into a glass vial, mixed with water, and dissolved at room temperature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entire thickness of sand soaked with blood is taken onto a plate and dried at room temperature, and uncontaminated sand is taken as a control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blood stain on soil and sand is taken in full, through its entire soaked thickness, dried at room temperature, and wrapped in clean paper. Scraping is suitable for hard surfaces, and a gauze wash is suitable for traces on hard surfaces. Drying in the sun damages the sample.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305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skin fragment with a firearm wound is being sent for forensic medical-criminalistic examination. The fragment was taken together with the undamaged skin around the wound. Where should the control skin be taken from?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a symmetrical area of the body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the edge of the same wound, within the same piece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From the fragment taken from the wound itself, by dividing it in two</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From an undamaged part of the clothing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From a symmetrical area of the body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For examination, the wound is taken together with the undamaged skin around it; this is needed to find traces of foreign inclusions and additional factors. For control, a specimen is cut from a symmetrical area of the body. Skin at the wound edge or clothing cannot serve as a control.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203-204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Archive material storage periods are being checked in the forensic histology department. Which of the following materials has the shortest established minimum storage period?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Histological slides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Blocks embedded with tissue pieces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Primary (formalin) archive of cadaveric organs and tissues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Mineralizates remaining after diatom plankton examination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Primary (formalin) archive of cadaveric organs and tissues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primary (formalin) archive is stored for at least 2 years. For histological slides, blocks, and mineralizates left after diatom examination, the minimum period is at least 3 years.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317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physical evidence. Order No.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13. Ashyoviy dalillarni sud-tibbiy tekshirish</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7-modul. Ashyoviy dalillar ekspertizasi; bet 460-491</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X bo‘lim. Biologik ashyoviy dalillar tekshiruvi; bet 192-213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