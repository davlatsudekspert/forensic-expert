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4-kurs-davolash-10-q01 · oson-o‘rta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4-kurs-davolash-10-q02 · oson-o‘rta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4-kurs-davolash-10-q03 · oson-o‘rta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4-kurs-davolash-10-q04 · oson-o‘rta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4-kurs-davolash-10-q05 · oson-o‘rta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4-kurs-davolash-10-q06 · oson-o‘rta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4-kurs-davolash-10-q07 · oson-o‘rta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4-kurs-davolash-10-q08 · oson-o‘rta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4-kurs-davolash-10-q09 · oson-o‘rta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4-kurs-davolash-10-q10 · oson-o‘rta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4-kurs-davolash-10-q11 · oson-o‘rta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4-kurs-davolash-10-q12 · oson-o‘rta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4-kurs-davolash-10-q13 · oson-o‘rta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4-kurs-davolash-10-q14 · oson-o‘rta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4-kurs-davolash-10-q15 · oson-o‘rta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4-kurs-davolash-10-q16 · qiyin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4-kurs-davolash-10-q17 · qiyin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4-kurs-davolash-10-q18 · qiyin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4-kurs-davolash-10-q19 · qiyin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4-kurs-davolash-10-q20 · qiyin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4-kurs-davolash-10-q21 · qiyin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4-kurs-davolash-10-q22 · qiyin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4-kurs-davolash-10-q23 · qiyin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4-kurs-davolash-10-q24 · qiyin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4-kurs-davolash-10-q25 · qiyin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4-kurs-davolash-10-q26 · qiyin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4-kurs-davolash-10-q27 · qiyin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4-kurs-davolash-10-q28 · qiyin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4-kurs-davolash-10-q29 · qiyin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4-kurs-davolash-10-q30 · qiyin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Amaliy mashg’ulot: Sud-tibbiy toksikologiya.</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Sinf testi · 30 ta test savoli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Strixnin bilan zaharlanishda talvasa xuruji vaqtida bemorning tanasi qanday shaklni 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Yoysimon shaklni (opistotonus)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Oldinga egilgan, tizzalar qoringa tortilgan holatni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Tanasi to‘g‘ri cho‘zilgan, qo‘llari yon tomonga yoyilgan holatni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Boshi yelkaga qiyshaygan, tana bir yonga burilgan holatni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Yoysimon shaklni (opistotonus)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Strixnin orqa miyaning reflektor qo‘zg‘aluvchanligini oshiradi. Shu sababli tonik talvasa paytida hush saqlangan holda tana yoy shaklida egiladi. Boshqa variantlar bu zaharlanishga xos belgi sifatida keltirilmagan.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165 bet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Morfin organizmdan chiqarilishining maksimumi qancha vaqtdan keyin kuzatiladi?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Qabul qilingandan 1–2 soat o‘tgach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8–12 soatdan keyin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24–36 soatdan keyin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3–4 kundan keyin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8–12 soatdan keyin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Morfin asosan buyrak va oshqozon-ichak orqali chiqariladi. Chiqarilish maksimumi 8–12 soatga to‘g‘ri keladi. Dastlabki 3–4 kunda esa uning taxminan 90% i organizmdan chiqib ketadi, shuning uchun “3–4 kun” maksimum vaqti emas, umumiy chiqarilish muddatidir.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168 bet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Etilenglikol bilan zaharlanishda jigar va buyrakka toksik (gepato- va nefrotoksik) ta’sirni qaysi modda ko‘rsatadi?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Formaldegid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Atsetaldegid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Oksalat kislotasi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Chumoli kislotasi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Oksalat kislotasi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Etilenglikolning butun molekulasi narkotik va neyrovaskulyar ta’sir qiladi. U oksidlanib glikol aldegid, so‘ngra oksalat kislotasiga aylanadi, jigar va buyrakni shikastlovchi shu metabolitdir. Formaldegid va chumoli kislotasi metil spirtining metabolitlari, atsetaldegid esa etil spirtiniki.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162 bet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Botulizmda yashirin (inkubatsion) davr davomiyligi bilan zaharlanishning og‘irligi o‘rtasida qanday bog‘liqlik bor?</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Yashirin davr qancha qisqa bo‘lsa, zaharlanish shuncha yengil kechadi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Yashirin davr qancha uzun bo‘lsa, zaharlanish shuncha og‘ir kechadi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Yashirin davr davomiyligi zaharlanish og‘irligiga ta’sir qilmaydi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Yashirin davr qancha qisqa bo‘lsa, zaharlanish shuncha og‘ir kechadi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Yashirin davr qancha qisqa bo‘lsa, zaharlanish shuncha og‘ir kechadi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Botulizmda belgilar bir necha soatdan bir sutkagacha, ba’zan undan ham uzoq yashirin davrdan keyin paydo bo‘ladi. Davr qancha qisqa bo‘lsa, toksin ta’siri shuncha kuchli bo‘ladi va kasallik og‘irroq kechadi. Qolgan variantlar bu qoidaga teskari yoki uni inkor qiladi.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174 bet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Tetraetilqo‘rg‘oshin bilan zaharlanishda sud-kimyoviy tekshiruvda uning va metabolitlari ichki a’zolarda eng ko‘pi bilan qancha muddatgacha saqlanishi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Taxminan 3 kungacha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Taxminan 3 haftagacha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Taxminan 3 oygacha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Taxminan 3 yilgacha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Taxminan 3 oygacha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Tetraetilqo‘rg‘oshin qonda atigi 72 soatgacha aylanadi, ammo u va uning metabolitlari ichki a’zolarda 3 oygacha saqlanishi mumkin. Shu sababli sud-kimyoviy tekshiruv diagnostikada katta ahamiyatga ega. “3 kun” qondagi aylanish muddatiga yaqin, shuning uchun noto‘g‘ri variant.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163 bet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Alkogolga tekshirish uchun olingan qon namunasi xona haroratida 1 sutkadan ortiq saqlansa, unda taxminan qancha etanol hosil bo‘lishi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0,1‰ gacha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 gacha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3‰ gacha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5‰ gacha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1‰ gacha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Qon uzoq saqlanganda unda o‘z-o‘zidan 1‰ gacha etanol paydo bo‘lib, soxta musbat natija berishi mumkin. Shuning uchun namunalar sovutkichda saqlanadi, teri esa etanol bilan dezinfeksiya qilinmaydi. 3‰ va 5‰ bunday saqlashda hosil bo‘ladigan miqdordan ancha katta.</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Baizoldanov T. (Байзолданов Т.)., Токсикологическая химия: учебник, 124 bet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Kaliy yoki natriy gidroksid kabi ishqorlar to‘qimalarga mahalliy ta’sir etganda qanday nekroz turi vujudga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Koagulyasion (quruq) nekroz</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Gangrenoz (qurigan) nekroz</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Kollikvatsion (suyulish) nekrozi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Kazeoz (zardobsimon) nekroz</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Kollikvatsion (suyulish) nekrozi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Ishqorlar to‘qima oqsillarini suyultirib eritadi va yog‘larni sovunlaydi. Shuning uchun zararlangan soha yumshoq, shishgan va sirpanuvchan bo‘ladi. Koagulyasion (quruq) nekroz esa kislotalarga xos.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143 bet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Is gazi bilan zaharlanishda qondagi karboksigemoglobin konsentratsiyasi qanchadan oshganda o‘lim nafas olish markazining falajidan sodir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60% dan oshganda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40% dan oshganda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25–30% dan oshganda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80% dan oshganda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60% dan oshganda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Karboksigemoglobin 60% dan oshganda nafas olish markazi falajlanib, o‘lim yuz beradi. 25–30% esa o‘lim chegarasi emas, intoksikatsiyaning dastlabki belgilari paydo bo‘ladigan darajadir.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150 bet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Nima sababdan nitratlar nitritlarga nisbatan metgemoglobinni kuchsizroq hosil qiladi?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Nitratlar suvda erimaydi va qonga deyarli so‘rilmaydi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Nitratlar jigarda zararsiz birikmalarga aylanib ketadi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Nitratlar eritrotsitlarning osmotik rezistentligini oshiradi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Nitratlar ichak mikroflorasi ta’sirida nitritga aylangandagina metgemoglobin hosil qiladi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Nitratlar ichak mikroflorasi ta’sirida nitritga aylangandagina metgemoglobin hosil qiladi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Metgemoglobin hosil qiluvchi bevosita zahar nitritdir. Nitrat avval ichak bakteriyalari yordamida nitritga o‘tishi kerak, shu sababli uning ta’siri kuchsizroq va kechroq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152 bet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Fosfororganik birikmalar bilan zaharlanishning asosiy ta’sir mexanizmi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Sitoxromoksidazadagi temirni bog‘lab, to‘qima nafasini to‘xtatish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Xolinesteraza aktivligini so‘ndirib, to‘qimalarda atsetilxolinni to‘plash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Gemoglobin bilan turg‘un birikma hosil qilib, kislorod tashishni buzish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M-xolinoretseptorlarni bloklab, atsetilxolin ta’sirini susaytirish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Xolinesteraza aktivligini so‘ndirib, to‘qimalarda atsetilxolinni to‘plash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Fosfororganik birikmalar antixolinesteraza moddalardir: ferment aktivligi pasayib, atsetilxolin to‘planadi va xolinergik tizim qo‘zg‘aladi. Birinchi variant sianidlarga, uchinchisi is gaziga, to‘rtinchisi atropinga xos.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155 bet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Nafas havosida alkogolni aniqlovchi A.M. Rappoport sinamasida qaysi kasallikda soxta musbat natija olinishi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Arterial gipertoniya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O‘tkir pankreatit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Temir tanqisligi anemiyasi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Qandli diabet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Qandli diabet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Sinama sezgir va soxta manfiy natija bermaydi. Lekin tishlar kariesi, o‘pkaning surunkali kasalliklari va qandli diabetda soxta musbat natija chiqishi mumkin. Boshqa variantlar manbada ko‘rsatilmagan.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159 bet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Kimyoviy-toksikologik tekshiruvda aniqlangan moddani ishonchli identifikatsiya qilish uchun kamida nechta mustaqil usul qo‘llanishi kerak?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Kamida ikkita, turli fizik yoki kimyoviy prinsipga asoslangan usul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Faqat bitta, eng sezgir fizik-kimyoviy usul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Kamida uchta, faqat xromatografik usullar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Kamida to‘rtta, ham sifat, ham miqdoriy usul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Kamida ikkita, turli fizik yoki kimyoviy prinsipga asoslangan usul</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Ishonchli identifikatsiya uchun kamida ikkita mustaqil, turli prinsipga asoslangan usul talab etiladi. Xulosani bitta reaksiya yoki bitta usul natijasiga asoslab bo‘lmaydi.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Baizoldanov T. (Байзолданов Т.)., Токсикологическая химия: учебник, 43-44 bet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Sianidlardagi sian anioni (-CN) hujayra nafas fermenti sitoxromoksidazadagi temir bilan bog‘lanib, to‘qima gipoksiyasini keltirib chiqargan. Antidot sifatida qaysi guruh moddalaridan foydalanish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Karboksigemoglobin hosil qiluvchi moddalar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Xolinesterazani bloklovchi moddalar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Metgemoglobin hosil qiluvchi moddalar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Gemagglyutinatsiya chaqiruvchi moddalar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Metgemoglobin hosil qiluvchi moddalar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Metgemoglobin hosil qiluvchi moddalar sian anionlarini sitoxromlardan ajratib, to‘qima nafas olishini tiklaydi. Karboksigemoglobin hosil qiluvchilar gipoksiyani kuchaytiradi, xolinesterazani bloklovchilar va gemagglyutinatsiya chaqiruvchilar esa sianid antidoti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154 bet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Kislotalar bilan zaharlanishda ularning erkin vodorod ionlari to‘qimalar bilan kontakt joyida qanday nekroz turini vujudga keltiradi?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Kollikvatsion (suyuq) nekroz</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Gangrenoz (nam) nekroz</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Fibrinoid nekroz</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Koagulyasion (quruq) nekroz</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Koagulyasion (quruq) nekroz</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Vodorod ionlari to‘qimalarni suvsizlantirib, oqsillarni ivitadi, natijada quruq (koagulyasion) nekroz va zich qo‘ng‘ir-qora strup hosil bo‘ladi. Kollikvatsion nekroz esa ishqorlarga xos.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140 bet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Granozan bilan ishlov berilgan dondan tayyorlangan un orqali surunkali zaharlangan kishida simobning anorganik birikmalari bilan zaharlanishdan farqli ravishda qaysi xususiyat yaqqolroq namoyon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Neyrotoksik ta’sir va toksik ensefalopatiya belgilari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Yo‘g‘on ichakdagi difteritik yallig‘lanish (“sulema dizenteriyasi”)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Simobli stomatitning albatta rivojlanishi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Buyraklarning kuchliroq shikastlanishi (“sulema buyragi”)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Neyrotoksik ta’sir va toksik ensefalopatiya belgilari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Simobning organik birikmalarida neyrotoksik ta’sir kuchliroq bo‘lib, ensefalopatiya, og‘ir holatlarda falaj, talvasa va koma kuzatiladi. Ichak va buyrak shikastlanishi kuchsizroq bo‘ladi, stomatit rivojlanmaydi; qolgan variantlar anorganik birikmalarga (sulema) xos.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146 bet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Yopiq garajda ishlab turgan dvigatelli avtomobil yonidan murda topildi. Havodagi is gazi konsentratsiyasi 1% dan yuqori bo‘lgan deb taxmin qilinmoqda, o‘lim bir necha soniyada yuz bergan. Periferik venadan olingan qonda karboksigemoglobin aniqlanmadi. Qaysi joydan olingan qonda uni topish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Son venasi va qorin bo‘shlig‘idagi qon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Yurakning chap qorinchasi va aortaning boshlang‘ich qismi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Jigar va buyrak to‘qimasidagi qon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Bosh miya venoz sinuslaridagi qon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Yurakning chap qorinchasi va aortaning boshlang‘ich qismi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Yashinsimon shaklda o‘lim nafas to‘xtashidan juda tez sodir bo‘ladi va karboksigemoglobin faqat yurakning chap qorinchasi hamda aortaning boshlang‘ich bo‘limlaridagi qonda aniqlanishi mumkin. Boshqa joylardagi qonda u topilmasligi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150 bet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Alkogol mastligiga shubha bilan olib kelingan tirik shaxsdan bir vaqtda qon va siydik namunasi olindi. Qonda etil spirtining konsentratsiyasi 2,4 promille, siydikda 1,6 promille chiqdi. Bu natija qaysi davrni va qanday xulosani ko‘rsatadi?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Eliminatsiya davri, ichimlik ancha oldin qabul qilingan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Alkogol takroran qabul qilingan, chunki qondagi miqdor baland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Rezorbsiya davri, ichimlik yaqinda qabul qilingan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Alkogol endogen kelib chiqqan, tashqaridan qabul qilinmagan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Rezorbsiya davri, ichimlik yaqinda qabul qilingan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Rezorbsiya davrida qondagi etil spirti siydikdagidan balandroq bo‘ladi va ko‘tarilish maromiga ega. Eliminatsiya davrida esa aksincha, siydikdagi miqdor yuqori bo‘ladi. Takroriy qabulga siydikda baland bo‘lgan holda qonda oshish xos, endogen alkogol esa 0,3-0,4 promilledan oshmaydi.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159 bet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Murdada surunkali margimush zaharlanishi gumon qilinmoqda. “Metall” zaharlar uchun olinadigan umumiy a’zolardan (oshqozon, jigar, taloq, buyrak, siydik, ichaklar) tashqari, qo‘shimcha ravishda qaysi ob’ektlar yuboriladi?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Soch, tirnoq va yassi suyaklar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Faqat yassi suyaklar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Soch va yassi suyaklar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Bosh miya va o‘pka</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Soch, tirnoq va yassi suyaklar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Surunkali margimush zaharlanishida soch, tirnoq va yassi suyaklar olinadi. Faqat yassi suyaklar qo‘rg‘oshin uchun, soch bilan yassi suyaklar talliy uchun, miya va o‘pka tetraetilqo‘rg‘oshin uchun qo‘shimcha ob’ekt hisoblanadi.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Baizoldanov T. (Байзолданов Т.)., Токсикологическая химия: учебник, 49 bet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Murdani tekshirishda og‘iz atrofida oqmalar, oshqozon shilliq qavati sarg‘ish rangda, ichki a’zolardan azot oksidlariga xos bo‘g‘uvchi hid sezildi. Qaysi kislota bilan zaharlanish ehtimoli yuqori?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Konsentrlangan sulfat kislotasi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Xlorid kislotasi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Konsentrlangan nitrat kislotasi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Sirka essensiyasi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Konsentrlangan nitrat kislotasi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Nitrat kislotasida oqsillar bilan ksantoprotein reaksiyasi tufayli shilliq qavat sarg‘ayadi, azot oksidlari esa o‘ziga xos bo‘g‘uvchi hid beradi. Sulfat va xlorid kislotalarida shilliq qavat qo‘ng‘ir-qora yoki qo‘ng‘ir-kulrang bo‘ladi, sirka kislotasida o‘tkir sirkaga xos hid keladi.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141-142 bet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Murdada yo‘g‘on ichakning yuqoriga ko‘tariluvchi qismida difteritik yallig‘lanish va iflos-kulrang tubli yaralar, milk chekkasida iflos-kulrang hoshiya, buyraklar kattalashgan, po‘stlog‘i qalinlashgan. Qaysi zaharlanish ehtimoli yuqori?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Simob dixlorid (sulema) bilan zaharlanish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Qo‘rg‘oshin xlorid bilan zaharlanish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Margimushdan oshqozon-ichak turidagi zaharlanish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Kaliy permanganat bilan zaharlanish</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Simob dixlorid (sulema) bilan zaharlanish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Ichakdagi o‘zgarishlar “sulema dizenteriyasi”, kattalashgan buyrak esa “sulema buyragi” deyiladi, og‘izdagi hoshiya simobli stomatitga xos. Qo‘rg‘oshinda ichak va buyrak shikastlanishi kuchsizroq, nerv tizimi esa ko‘proq jarohatlanadi. Margimushda seroz-fibrinoz-gemorragik yallig‘lanish bo‘ladi, kaliy permanganatda jigarrang-qizg‘ish strup hosil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146 bet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Vazni 70 kg bo‘lgan erkak spirtli ichimlik ichgandan 4 soat o‘tgach, qonida 1,5 promille etil spirti aniqlandi. Vidmark konstantasi 0,15 deb olinib, reduksiya omilining erkaklar uchun o‘rtacha qiymatidan foydalanilsa, Vidmark–Balyakin formulasi bo‘yicha qabul qilingan 100 gradusli spirt miqdori taxminan qancha (gramm)?</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Taxminan 71 g</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Taxminan 81 g</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Taxminan 120 g</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Taxminan 100 g</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Taxminan 100 g</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Erkaklarda reduksiya omili 0,68. Qavs ichi: 1,5 + 0,15·4 = 2,1, bunda A = 70·0,68·2,1 ≈ 100 g. 71 g Vidmark tuzatmasi (pT) hisobga olinmasa chiqadi, 81 g esa ayollar uchun omil (0,55) olinganda chiqadi.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160 bet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Reanimatsiya bo‘limiga noma’lum zahardan zaharlangan bemor keltirildi. Ttez skrining usuli siydikda fenotiazin hosilalariga musbat natija berdi. Dastlabki sinamaning musbat natijasi bo‘yicha qaysi xulosa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Aniqlangan modda zaharlanish sababi, deb xulosa qilish mumkin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Moddani asosiy tekshiruv rejasiga kiritib, boshqa reaksiya va usullar bilan tasdiqlash kerak</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Dastlabki sinamalar faqat manfiy natijada ahamiyatli, musbatida tekshiruvni to‘xtatish kerak</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Sinama o‘ta spetsifik bo‘lgani uchun qo‘shimcha tekshiruv shart emas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Moddani asosiy tekshiruv rejasiga kiritib, boshqa reaksiya va usullar bilan tasdiqlash kerak</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Dastlabki sinamalar sezgir, lekin spetsifik emas, ular terapevtik dozadagi yoki tabiiy birikmalarni ham topishi mumkin. Shuning uchun musbat natija moddani asosiy tekshiruv rejasiga kiritish uchungina asos bo‘ladi va tasdiqlovchi usullar kerak. Manfiy natijada esa shu modda bo‘yicha keyingi tekshiruv o‘tkazilmaydi.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Baizoldanov T. (Байзолданов Т.)., Токсикологическая химия: учебник, 140 bet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Nitritlar bilan zaharlanishga shubha qilingan murdadan olingan qon, siydik, oshqozon va ichak mazmuni toksikologik tekshiruvga yuboriladi. Bu namunalarni saqlash bo‘yicha qaysi qoida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Namunalar etil spirti bilan konservalanmaydi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Namunalar rektifikat spirti bilan konservalanadi, nazorat spirt ham yuboriladi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Namunalar 10% formalinda saqlanadi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Namunalar faqat quritilib yuboriladi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Namunalar etil spirti bilan konservalanmaydi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Nitritlarga tekshiriladigan ob’ektlar etil spirti bilan konservalanmaydi. Spirt bilan saqlash faqat yurak glikozidlari, fenotiazin hosilalari, fosfororganik pestitsidlar, alkaloidlar va trisiklik antidepressantlar gumon qilinganda qo‘llanadi, shunda nazorat spirt ham yuboriladi. Formalin va quritish bu qoidada ko‘zda tutilmagan.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Baizoldanov T. (Байзолданов Т.)., Токсикологическая химия: учебник, 49 bet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Sulfat kislotasi ichgan bemorning oshqozonini yuvishda shifokor natriy gidrokarbonat eritmasidan foydalanmoqchi bo‘ldi. Nima uchun bu noto‘g‘ri?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Gidrokarbonat kislotani suyultirmay, to‘qimaga chuqurroq kirishiga yordam beradi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Kislota bilan reaksiyada ko‘p hajmli karbonat angidrid ajralib, oshqozon devorini kengaytiradi, og‘riq va qon ketishni kuchaytiradi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Gidrokarbonat kislotaning so‘rilishini tezlashtirib, atsidozni chuqurlashtiradi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Gidrokarbonat oshqozon shilliq qavatida ishqoriy nekroz chaqiradi</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Kislota bilan reaksiyada ko‘p hajmli karbonat angidrid ajralib, oshqozon devorini kengaytiradi, og‘riq va qon ketishni kuchaytiradi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Kislota bilan natriy gidrokarbonat o‘zaro ta’sirlashganda ko‘p miqdorda karbonat angidrid hosil bo‘ladi. U oshqozon devorini cho‘zib, og‘riqni kuchaytiradi va qon ketishga olib kelishi mumkin. Boshqa variantlardagi mexanizmlar kitobda keltirilmagan va ular kislotani neytrallash mantig‘iga zid.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Baizoldanov T. (Байзолданов Т.)., Токсикологическая химия: учебник, 84-85 bet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Bog‘cha hovlisida bola bangidevona mevasidan yedi. 15 daqiqadan so‘ng yuzi qizarib, og‘zi qurigan, qorachiqlari kengaygan, pulsi tezlashgan, keyin alahsiray boshlagan. Qaysi guruh modda ta’siriga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Pilokarpin kabi xolinomimetik moddalar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Atropin, skopolamin kabi M-xolinolitik alkaloidlar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Fosfororganik antixolinesteraza birikmalar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Klofelin kabi alfa-adrenoblokatorlar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Atropin, skopolamin kabi M-xolinolitik alkaloidlar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Bangidevona tarkibida M-xolinolitik alkaloidlar (atropin, skopolamin) bor. Ular yuz qizarishi, quruq og‘iz, midriaz, taxikardiya va o‘tkir psixoz bilan namoyon bo‘ladi. Pilokarpin va fosfororganik birikmalar qorachiqni toraytiradi, klofelin esa bradikardiya va gipotermiya beradi.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166 bet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Yosh yigit murdasida tirsak venalari proyeksiyasida ko‘plab turli muddatli mayda yaralar va chandiqlar bor. Yaqinlari uni oxirgi soatlarda keskin sianoz va torayib ketgan qorachiqlar bilan karaxt holda ko‘rgan, so‘ng koma rivojlangan. Qaysi moddalar guruhidan zaharlanish ehtimoli yuqori?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Kokain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Amfetaminlar (ekstazi)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Nasha preparatlari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Opiatlar (geroin, morfin)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26: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Opiatlar (geroin, morfin)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Opiatlar bilan zaharlanishda sianoz, qorachiq torayishi, karaxtlik va koma kuzatiladi, o‘lim nafas olish markazi falajidan bo‘ladi. Vena ichiga qayta yuborish venalar bo‘ylab yara va chandiqlar qoldiradi. Kokain va amfetaminlar qorachiqni kengaytiradi, nasha zaharlanishi odatda o‘lim bilan tugamaydi.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168-169 bet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Strixnin bilan zaharlangan bemorda tonik talvasa xurujlari boshlangan. Shifokor oshqozonni zond bilan yuvmoqchi. Nima uchun bu qarshi ko‘rsatma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Zond kiritish talvasalar chastotasi va og‘irligini oshiradi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Strixnin oshqozonda so‘rilmagani uchun yuvish foyda bermaydi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Yuvish suyuqligi strixninni yanada zaharliroq metabolitga aylantiradi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Yuvish suyuqligi strixnin bilan reaksiyaga kirishib gaz hosil qiladi</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Zond kiritish talvasalar chastotasi va og‘irligini oshiradi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Talvasa chaqiruvchi zaharlarda (strixnin va boshqalar) oshqozonni yuvish mumkin emas, chunki zond bilan ta’sirlanish yangi talvasalarni kuchaytiradi. Boshqa variantlar manbada keltirilgan sabablar emas. Gaz hosil bo‘lishi kislota va gidrokarbonat o‘rtasidagi reaksiyaga xos.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Baizoldanov T. (Байзолданов Т.)., Токсикологическая химия: учебник, 85 bet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Fenobarbital bilan zaharlangan bemorga forsirlangan diurez o‘tkazilmoqda. Barbituratlar kuchsiz kislota xossasiga ega bo‘lgani uchun siydik reaksiyasi qanday o‘zgartiriladi va nima sababdan?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Kislotali qilinadi, chunki kislotali muhitda ionlanish kuchayadi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Neytral saqlanadi, chunki pH moddaning ajralishiga ta’sir qilmaydi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Ishqoriy qilinadi, chunki ionlangan molekulalar siydik bilan ko‘proq chiqadi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Ishqoriy qilinadi, chunki ionlanmagan molekulalar buyrakda yaxshi so‘riladi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Ishqoriy qilinadi, chunki ionlangan molekulalar siydik bilan ko‘proq chiqadi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Kuchsiz kislotalar ishqoriy siydikda yaxshi dissotsiatsiyalanadi, ionlangan shakl esa siydik bilan ko‘proq chiqariladi. Shuning uchun natriy gidrokarbonat yoki laktat yuborib siydik ishqoriylashtiriladi. Kislotali muhit esa bunday moddalar ajralishini kamaytiradi.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Baizoldanov T. (Байзолданов Т.)., Токсикологическая химия: учебник, 85 bet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Bemorda dastlabki soatda og‘izda metall ta’mi va kuyish, to‘xtovsiz qusish, so‘ng vabodagiga o‘xshash ich ketishi, boldirda talvasalar va suvsizlanish rivojlangan; o‘lim ikkinchi kuni yuz bergan. Murdada qon quyuqlashgan, ichak shilliq qavatida seroz-fibrinoz-gemorragik yallig‘lanish. Qaysi zaharlanish ehtimoli yuqori?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Qo‘rg‘oshin tuzlari bilan zaharlanish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Margimush birikmalari bilan zaharlanish (oshqozon-ichak turi)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Simob dixlorid (sulema) bilan zaharlanish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Talliy tuzlari bilan zaharlanish</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29: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Margimush birikmalari bilan zaharlanish (oshqozon-ichak turi)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Vabodagiga o‘xshash ich ketishi, to‘xtovsiz qusish, boldirdagi talvasalar, qonning quyuqlashishi va 1-2 kunda o‘lim margimushning oshqozon-ichak turiga xos. Sulemada buyrak va yo‘g‘on ichak shikastlanishi (oliguriya, ‘sulema dizenteriyasi’) ko‘proq ahamiyatli, talliyda esa sochning to‘kilishi va polineyropatiya. Qo‘rg‘oshinda asosan nerv tizimi shikastlanadi.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148 bet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Oila a’zolari yig‘ib kelingan qo‘ziqorinni yegach, 6–24 soatdan keyin vaboga o‘xshash kasallik rivojlangan; uch kishi 2–3 kunda o‘tkir buyrak yetishmovchiligidan vafot etgan. Murdada ichki a’zolarda ko‘plab qon quyilishlar, yurak, jigar va buyrakda yog‘li distrofiya topilgan. Qaysi qo‘ziqorin ehtimoli yuqori?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Strochok (gelvell kislotasi saqlaydi)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Muxomor (muskarin saqlaydi)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Blednaya poganka (amanitotoksin saqlaydi)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Donga aralashgan qoraqurt zamburug‘i (ergotizm)</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Blednaya poganka (amanitotoksin saqlaydi)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Blednaya poganka amanitotoksini termik ishlov va oshqozon shirasida parchalanmaydi. Belgilar 6–24 soatdan so‘ng vabosimon kechadi, o‘lim ko‘pincha 2–3 kunda buyrak yetishmovchiligidan bo‘ladi. Strochokda belgilar 6–10 soatda paydo bo‘lib, gemoliz va sariqlik yetakchi. Muxomorda o‘lim kam, ergotizm esa o‘tkir ovqatdan zaharlanish tarzida kechmaydi.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175-176 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Sud-tibbiy toksikologiya.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Sud tibbiyoti: darslik, Toshkent: Global Books nashriyoti. 2018. Bob 6. Sud-tibbiy toksikologiya</a:t>
            </a:r>
          </a:p>
          <a:p>
            <a:pPr>
              <a:spcAft>
                <a:spcPts val="1200"/>
              </a:spcAft>
            </a:pPr>
            <a:r>
              <a:rPr sz="1800">
                <a:solidFill>
                  <a:srgbClr val="1F2937"/>
                </a:solidFill>
                <a:latin typeface="Calibri"/>
              </a:rPr>
              <a:t>▸  Baizoldanov T. (Байзолданов Т.). Токсикологическая химия: учебник, Almaty: Evero, 2021 (new.krmu.edu.kz ochiq repozitoriy; litsenziya ko‘rsatilmagan — faqat ichki foydalanish). 2021. 1-qism, 1-2-boblar: toksikologik kimyo asoslari, sud-tibbiy ekspertiza tashkil etilishi, s.8-52</a:t>
            </a:r>
          </a:p>
          <a:p>
            <a:pPr>
              <a:spcAft>
                <a:spcPts val="1200"/>
              </a:spcAft>
            </a:pPr>
            <a:r>
              <a:rPr sz="1800">
                <a:solidFill>
                  <a:srgbClr val="1F2937"/>
                </a:solidFill>
                <a:latin typeface="Calibri"/>
              </a:rPr>
              <a:t>▸  Baizoldanov T. (Байзолданов Т.). Токсикологическая химия: учебник, Almaty: Evero, 2021 (new.krmu.edu.kz ochiq repozitoriy; litsenziya ko‘rsatilmagan — faqat ichki foydalanish). 2021. 1-qism, 3-bob: zaharlanishlar tasnifi va toksikokinetika, s.53-119</a:t>
            </a:r>
          </a:p>
          <a:p>
            <a:pPr>
              <a:spcAft>
                <a:spcPts val="1200"/>
              </a:spcAft>
            </a:pPr>
            <a:r>
              <a:rPr sz="1800">
                <a:solidFill>
                  <a:srgbClr val="1F2937"/>
                </a:solidFill>
                <a:latin typeface="Calibri"/>
              </a:rPr>
              <a:t>▸  Baizoldanov T. (Байзолданов Т.). Токсикологическая химия: учебник, Almaty: Evero, 2021 (new.krmu.edu.kz ochiq repozitoriy; litsenziya ko‘rsatilmagan — faqat ichki foydalanish). 2021. 1-qism, 4-bob: kimyoviy-toksikologik tahlil metodologiyasi, s.120-151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