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4-kurs-davolash-09-q01 · oson-o‘rta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4-kurs-davolash-09-q02 · oson-o‘rta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4-kurs-davolash-09-q03 · oson-o‘rta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4-kurs-davolash-09-q04 · oson-o‘rta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4-kurs-davolash-09-q05 · oson-o‘rta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4-kurs-davolash-09-q06 · oson-o‘rta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4-kurs-davolash-09-q07 · oson-o‘rta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4-kurs-davolash-09-q08 · oson-o‘rta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4-kurs-davolash-09-q09 · oson-o‘rta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4-kurs-davolash-09-q10 · oson-o‘rta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4-kurs-davolash-09-q11 · oson-o‘rta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4-kurs-davolash-09-q12 · oson-o‘rta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4-kurs-davolash-09-q13 · oson-o‘rta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4-kurs-davolash-09-q14 · oson-o‘rta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4-kurs-davolash-09-q15 · oson-o‘rta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4-kurs-davolash-09-q16 · qiyin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4-kurs-davolash-09-q17 · qiyin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4-kurs-davolash-09-q18 · qiyin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4-kurs-davolash-09-q19 · qiyin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4-kurs-davolash-09-q20 · qiyin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4-kurs-davolash-09-q21 · qiyin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4-kurs-davolash-09-q22 · qiyin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4-kurs-davolash-09-q23 · qiyin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4-kurs-davolash-09-q24 · qiyin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4-kurs-davolash-09-q25 · qiyin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4-kurs-davolash-09-q26 · qiyin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4-kurs-davolash-09-q27 · qiyin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4-kurs-davolash-09-q28 · qiyin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4-kurs-davolash-09-q29 · qiyin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4-kurs-davolash-09-q30 · qiyin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Amaliy mashg’ulot: Mexanik asfiksiya.</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Sinf testi · 30 ta test savoli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Asfiksiya atamasi grek tilidan olingan. Uning tub ma’nosi nima?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Pulsning yo‘qligi (a – inkor, sphygmos – puls)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Nafasning yo‘qligi (a – inkor, pnoe – nafas)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Qonda kislorodning kamayishi (a – inkor, oxys – kislorod)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Hushning yo‘qolishi (a – inkor, noos – ong)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Pulsning yo‘qligi (a – inkor, sphygmos – puls)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Asfiksiya so‘zi grekcha «a» (inkor) va «sphygmos» (puls) so‘zlaridan hosil bo‘lgan va tub ma’noda pulsning yo‘qligini bildiradi. Boshqa variantlar asfiksiyaning oqibatlariga o‘xshaydi, lekin atamaning etimologiyasiga mos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104 bet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Yopiq, cheklangan muhitda nafas olinganda havoda kislorod kamayadi va karbonat angidrid ko‘payadi. Ekzogen gipoksiyaning qaysi turi rivojlanadi?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Gipoksik gipoksiya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Giperkapnik gipoksiya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Giperoksik gipoksiya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Sitotoksik gipoksiya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Giperkapnik gipoksiya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Giperkapnik gipoksiyada cheklangan muhitdagi havoda kislorod kamayishi bilan birga karbonat angidrid miqdori ham oshadi. Gipoksik turda faqat kislorod kamayadi, giperoksik turda kislorod konsentratsiyasi ortiqcha bo‘ladi, sitotoksik gipoksiya esa endogen turga kiradi.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104 bet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Visseral plevra va epikard ostida joylashgan mayda (diametri 2–3 mm) to‘q qizil qon quyilishlar mexanik asfiksiyada qanday nomlanadi?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Rasskazov–Lukomskiy–Paltauf dog‘lari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Vishnevskiy dog‘lari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Tarde dog‘lari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Sabinskiy belgisi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Tarde dog‘lari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Visseral plevra va epikard ostidagi mayda qon quyilishlar Tarde dog‘lari deb ataladi. Rasskazov–Lukomskiy–Paltauf dog‘lari kattaroq, chetlari yoyilgan bo‘lib, faqat plevra ostida uchraydi. Vishnevskiy dog‘lari oshqozon shilliq qavatida bo‘ladi, Sabinskiy belgisi esa kamqon va qisqargan taloqdir.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111 bet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Osilishda uyqu arteriyasi intimasining strangulyatsion egat proeksiyasidan pastroqda ko‘ndalang yorilishi qaysi belgi nomi bilan ataladi?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Martin belgisi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Valxer belgisi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Simon belgisi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Amyuss belgisi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Amyuss belgisi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Uyqu arteriyasi intimasining ko‘ndalang yorilishi Amyuss belgisidir. Martin belgisida arteriyaning tashqi qavatiga qon quyiladi, Valxer belgisida to‘sh-o‘mrov-so‘rg‘ichsimon mushakning pastki uchida qon quyilish va yorilish bo‘ladi, Simon belgisida bo‘yin umurtqalararo disklariga qon quyiladi.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116 bet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Sho‘r (dengiz) suvida chin cho‘kishda qon tarkibida qanday o‘zgarish kuzatiladi?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Qonning suyuq qismi alveolaga o‘tadi, natijada gipovolemiya va qon quyuqlashuvi rivojlanadi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Suv alveolalardan qonga o‘tib, gemodilyusiya va osmotik gemoliz kuzatiladi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Qon tarkibi deyarli o‘zgarmaydi, faqat yurakning chap kameralarida ochroq bo‘ladi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Suv qonga o‘tib, eritrotsitlar gemolizi hisobiga murda dog‘lari pushti tusga kiradi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Qonning suyuq qismi alveolaga o‘tadi, natijada gipovolemiya va qon quyuqlashuvi rivojlanadi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Sho‘r suvning osmotik bosimi qonnikidan baland bo‘lgani uchun suv qonga o‘tmaydi, aksincha qonning suyuq qismi alveolaga chiqadi. Natijada qon quyuqlashadi. Gemodilyusiya va gemoliz chuchuk suvda cho‘kishga xos belgilardir.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123 bet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Jabrlanuvchi old tomondan ikki qo‘l bilan bo‘g‘ilganda barmoq izlaridan hosil bo‘lgan qontalash va shilinmalar bo‘yinda odatda qanday joylashadi?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Har tarafning old yuzasida 2–4 tadan, orqa yuzasida bittadan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Ikki tarafning old yuzasida bittadan, orqa yuzasida 2–4 tadan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bo‘yinning old yuzasida bir tekis, 4–6 tadan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bo‘yinning orqa yuzasida, ikki tarafda 2–4 tadan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Ikki tarafning old yuzasida bittadan, orqa yuzasida 2–4 tadan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Old tomondan bo‘g‘ishda ikki qo‘lning bosh barmoqlari bo‘yinning old yuzasida bittadan iz qoldiradi, qolgan barmoqlar izlari esa orqa yuzada 2–4 tadan bo‘ladi. Orqa tomondan bo‘g‘ishda bu joylashuv teskari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118 bet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Asfiksiyada nafas chiqarish kuchliroq va davomiyroq bo‘lib, ko‘krak qafasi kichrayadi; arterial bosim ko‘tarilib, venoz bosim kamayadi, puls tezlashadi. Siydik va maniy ajralishi bilan kechadigan klonik talvasalar kuzatiladi. Bu qaysi bosqich?</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Inspirator hansirash bosqichi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Nafasning qisqa vaqtga to‘xtashi (nisbiy tinchlik) bosqichi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Ekspirator hansirash bosqichi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Terminal nafas olish bosqichi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Ekspirator hansirash bosqichi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Nafas chiqarishning ustunligi, arterial bosimning ko‘tarilishi va kuchli klonik talvasalar ekspirator hansirash bosqichiga xos. Inspirator bosqichda nafas olish ustun va puls sekinlashadi. Nafas to‘xtash bosqichida bosimlar pasayadi, terminal bosqichda esa onda-sonda noritmik nafas harakatlari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106 bet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Chin (aspiratsion) cho‘kishda og‘iz va burun atrofida, nafas yo‘llarida turg‘un mayda pufakli oq ko‘pik hosil bo‘ladi. Bu belgi qanday nomlanadi?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Krushevskiy belgisi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Fegerlund belgisi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Sveshnikov belgisi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Paltauf belgisi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Krushevskiy belgisi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Turg‘un mayda pufakli ko‘pik Krushevskiy belgisi deb ataladi. Fegerlund belgisi oshqozondagi suvni, Sveshnikov belgisi kalla asosi bo‘shlig‘idagi suyuqlikni, Paltauf belgisi esa mushaklardagi qon quyilishlarni bildiradi.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122 bet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Cho‘kishda visseral plevra ostida topiladigan Rasskazov–Lukomskiy–Paltauf dog‘lari Tarde dog‘laridan qaysi xususiyati bilan farqlanadi?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sho‘r suvda cho‘kishda hosil bo‘ladi va epikard ostida joylashadi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Diametri 2–3 mm, to‘q qizil bo‘lib, yurakning orqa yuzasida ko‘proq uchraydi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asfiktik cho‘kishda paydo bo‘ladi va chetlari aniq chegarali bo‘ladi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Kattaroq, pushti-qizg‘ish, chetlari yoyilgan; suv bilan gemoliz tufayli hosil bo‘ladi va epikard ostida bo‘lmaydi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Kattaroq, pushti-qizg‘ish, chetlari yoyilgan; suv bilan gemoliz tufayli hosil bo‘ladi va epikard ostida bo‘lmaydi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Bu dog‘lar Tarde dog‘larining terminal nafas olish bosqichida suv ta’sirida gemolizga uchrashidan hosil bo‘ladi. Shu sababli ular kattaroq, pushti va chetlari yoyilgan bo‘ladi, epikard ostida uchramaydi. Sho‘r suvda va asfiktik cho‘kishda ular hosil bo‘lmaydi. Variantdagi boshqa tavsiflar esa Tarde dog‘lariga tegishli.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122 bet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Seksual (autoerotik) asfiksiya holatida shaxs o‘lim bilan tugagan hodisa sud-tibbiyotda odatda qanday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Qotillik</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Baxtsiz hodisa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O‘z-o‘zini o‘ldirish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Tabiiy o‘lim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Baxtsiz hodisa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Autoasfiksiofiliyada shaxs asfiksiyani jinsiy qo‘zg‘alish uchun o‘zi boshqaradi va o‘lim niyatsiz sodir bo‘ladi, shuning uchun u baxtsiz hodisa hisoblanadi. Qotillik va o‘z-o‘zini o‘ldirish niyat va boshqa shaxs ishtirokini nazarda tutadi. O‘lim esa asfiktik ta’sir oqibatida bo‘lgani uchun tabiiy ham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105 bet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Ko‘krak qafasi va qorin uzoq vaqt qisilganda o‘pka to‘qimasi yorqin qizil tusga kirib shishadi, chunki kislorodga to‘yingan qon o‘pkada ko‘proq to‘planadi. Bu o‘zgarish qanday nomlanadi?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Tarde dog‘lari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Sabinskiy belgisi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O‘pkaning “karmin shishishi” (Lakkasan belgisi)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Kasper belgisi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O‘pkaning “karmin shishishi” (Lakkasan belgisi)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Kompression asfiksiyada kuchsiz nafas olish tufayli o‘pkada kislorodga to‘yingan qon dimlanadi va o‘pka yorqin qizil bo‘lib shishadi; bu “karmin shishishi” (Lakkasan belgisi) deyiladi. Tarde dog‘lari plevra va epikard ostidagi mayda qon quyilishlar, Sabinskiy belgisi qisqargan taloq, Kasper belgisi esa yurak kameralaridagi qon rangining farqidir.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129 bet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Suvda bo‘lgan murdada qo‘l va oyoq kaftlari terisi tirnoqlari bilan birga “o‘lim qo‘lqopi” va “o‘lim paypog‘i” tarzida ajralishi taxminan qachondan so‘ng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Bir necha soatdan so‘ng</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2–3 haftadan so‘ng</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5–8 kundan so‘ng</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10–15 kundan so‘ng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2–3 haftadan so‘ng</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Teri matseratsiyasi bosqichma-bosqich rivojlanadi: bir necha soatda barmoqlar bujmayadi, 5–8 kunda tovon yuzasi qamraladi. “O‘lim qo‘lqopi” 2–3 haftadan so‘ng olinishi mumkin. 10–15 kunga kelib esa sochlar oson sug‘uriladigan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127 bet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Mexanik asfiksiyadan o‘lim holatlari orasida osilishning ulushi taxminan qancha?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25–30%</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45–50%</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65–70%</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80–85%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65–70%</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Osilish mexanik asfiksiyaning eng ko‘p uchraydigan turi bo‘lib, asfiksiyadan o‘lim holatlarining taxminan 65–70% ini tashkil etadi. Boshqa variantlar bu ulushni ham past, ham ortiqcha ko‘rsatadi.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111 bet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Cho‘kayotgan shaxs hayotini saqlab qolish uchun keskin harakat qilganda mushaklari taranglashadi. Natijada bo‘yin, ko‘krak va tananing orqa sohasi mushaklarida qon quyilishlar hosil bo‘ladi. Bu qaysi belgi?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Paltauf belgisi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Moro belgisi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Fegerlund belgisi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Sveshnikov belgisi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Paltauf belgisi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Mushaklardagi bunday qon quyilishlar Paltauf belgisi deb ataladi. Moro belgisi qorin bo‘shlig‘idagi erkin suyuqlikni, Fegerlund belgisi oshqozondagi suvni, Sveshnikov belgisi esa kalla asosi bo‘shlig‘idagi suyuqlikni bildiradi.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123 bet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Quyidagi belgilardan qaysi biri bo‘yinning cho‘zilishi bilan bog‘liq bo‘lib, bo‘yinni sirtmoq bilan bo‘g‘ishda odatda vujudga kelmaydi?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Bokarius sinamasining musbat natijasi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Krushevskiy belgisi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Tarde dog‘lari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Valxer belgisi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Valxer belgisi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Valxer belgisi, ya’ni to‘sh-o‘mrov-so‘rg‘ichsimon mushak pastki uchidagi qon quyilish va yorilish bo‘yinning cho‘zilishi bilan bog‘liq. Bu belgi osilishga xos, sirtmoq bilan bo‘g‘ishda esa kuzatilmaydi. Tarde dog‘lari umumasfiktik belgi, Krushevskiy belgisi cho‘kishga xos, Bokarius sinamasi esa egatning hayotiyligini ko‘rsatadi.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117 bet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Harorati 18–20 °C bo‘lgan suv havzasidan murda chiqarildi. Qo‘l kaftlari terisi to‘liq oqargan va bujmaygan, oyoq tovonlarida esa bunday o‘zgarish hali yo‘q. Murda suvda taxminan qancha vaqt bo‘lgan?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Bir necha soat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Taxminan 2–5 kun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Taxminan 10–15 kun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Taxminan 2–3 hafta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Taxminan 2–5 kun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Barmoqlardagi o‘zgarish bir necha soatdan so‘ng boshlanadi. Kaft yuzasi 2–5 kunda to‘liq qamraladi, tovon yuzasi esa 5–8 kunda. Shuning uchun tovon hali o‘zgarmagan holat 2–5 kunga mos keladi. 2–3 haftada esa teri qo‘lqop shaklida ajraladi.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127 bet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Murdaning bo‘yin terisida tashqi jarohatlar deyarli yo‘q. Ichki tekshiruvda bo‘yin yumshoq to‘qimalariga keng qon quyilishlar va til osti suyagi shoxchalarining sinishi aniqlandi. Bu manzara qaysi holatga ko‘proq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Yumshoq materialdan tayyorlangan sirtmoqda tipik osilish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Boshning bukilgan holatida pozitsion asfiksiya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Yumshoq jism ustidan qo‘l bilan bo‘g‘ish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Nafas teshiklarining yumshoq jism bilan yopilishi</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Yumshoq jism ustidan qo‘l bilan bo‘g‘ish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Qo‘l bilan bo‘g‘ishda ichki jarohatlar tashqisiga nisbatan yaqqolroq bo‘ladi, til osti suyagi shoxchalari sinadi. Yumshoq jism ustidan bo‘g‘ilganda esa tashqi izlar kam yoki umuman bo‘lmasligi mumkin. Pozitsion asfiksiyada til osti suyagi shikastlanmaydi, nafas teshiklari yopilganda esa bo‘yinda bunday jarohatlar bo‘lmaydi. Osilishda til osti suyagi shikastlanishi xos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118 bet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Chuchuk suvdan chiqarilgan murdada yurakning chap kameralaridagi qon o‘ngdagiga nisbatan ochroq, chap kameralar endokardi qizg‘ish va qorin bo‘shlig‘ida taxminan 100 ml erkin suyuqlik bor. Visseral plevra ostida esa chetlari yoyilgan pushti-qizg‘ish qon quyilishlar topildi. Bu manzara cho‘kishning qaysi turiga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Chuchuk suvda chin (aspiratsion) cho‘kish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Dengiz suvida chin cho‘kish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Chuchuk suvda asfiktik cho‘kish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Suvdagi to‘satdan (reflektor) o‘lim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Chuchuk suvda chin (aspiratsion) cho‘kish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Chuchuk suvda chin cho‘kishda suv alveolalar orqali qonga o‘tadi, qon suyuladi va gemolizga uchraydi. Shu sababli chap yurak qoni ochroq bo‘ladi, endokard qizaradi va Rasskazov–Lukomskiy–Paltauf dog‘lari hosil bo‘ladi. Dengiz suvida qon quyuqlashadi va bu dog‘lar paydo bo‘lmaydi. Asfiktik cho‘kishda suv alveolagacha yetmaydi, to‘satdan o‘limda esa asfiksiya belgilari rivojlanib ulgurmaydi.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122–123 bet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Alkogol ta’sirida hushsiz holatdagi shaxs tor bo‘shliqqa tushib qolgan va boshi uzoq vaqt oldinga bukilgan holda turgan. Murdaning bo‘yinida strangulyatsion egat yo‘q, faqat egatga o‘xshash burma bor. Ichki tekshiruvda burma proeksiyasida bo‘yin yumshoq to‘qimalarida oqimtir yo‘lka va uning yon tomonlarida ayrim qon quyilishlar topildi. Til osti suyagi va hiqildoq tog‘aylari butun. Eng ehtimol qaysi holat?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Atipik tugunli sirtmoqda to‘liq osilish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Yumshoq sirtmoq bilan bo‘yinni bo‘g‘ish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Pozitsion asfiksiya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Bo‘yinni ikki qo‘l bilan bo‘g‘ish</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Pozitsion asfiksiya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Boshning uzoq vaqt bukilgan holda qolishi pozitsion asfiksiyaga olib keladi. Unda haqiqiy egat bo‘lmaydi, faqat bukilish burmasi va uning proeksiyasida oqimtir yo‘lka topiladi. Sirtmoq bilan yoki qo‘l bilan bo‘g‘ishda tashqi egat yoki barmoq izlari bo‘ladi. Qo‘l bilan bo‘g‘ishda til osti suyagi va tog‘aylar ham sinishi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119 bet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Murda bo‘ynida ikkita strangulyatsion egat bor: biri aylana bo‘ylab gorizontal, ikkinchisi yuqoriga qiyshiq yo‘nalgan. Egatlar orasida epidermis hoshiyalanishi kuzatiladi. Qaysi talqin eng ehtimol?</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Jabrlanuvchi avval sirtmoq bilan bo‘g‘ilgan, so‘ng shu sirtmoq orqali osilgan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Jabrlanuvchi ikki o‘ramli sirtmoqda to‘liq osilgan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Jabrlanuvchi pozitsion asfiksiyadan o‘lgan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Jabrlanuvchi bo‘ynini ikki qo‘llab bo‘g‘ishga urinishda o‘lgan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Jabrlanuvchi avval sirtmoq bilan bo‘g‘ilgan, so‘ng shu sirtmoq orqali osilgan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Biri gorizontal aylana, ikkinchisi yuqoriga qiyshiq egat avval bo‘g‘ib, keyin osganini ko‘rsatadi. Osish paytida sirtmoq siljib, orada epidermis hoshiyasi hosil bo‘ladi. Ikki o‘ramli sirtmoq bir-biriga parallel egatlar beradi. Pozitsion asfiksiyada va qo‘l bilan bo‘g‘ishda sirtmoq egati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215-216 bet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Suvdan chiqarilgan murdada o‘pka keskin emfizemali, giperaeriya holatida va quruq, oshqozonda ko‘p suv bor. Yurakning havo emboliyasiga gumon qilinib, Sunsov sinamasi o‘tkazilmoqda. Qaysi qorincha teshiladi va nima uchun?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O‘ng qorincha, chunki mexanik jarohatlarda havo shu yerda to‘planadi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Ikkala qorincha birga, chunki havo qon bilan butun yurakka tarqaladi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O‘ng bo‘lmacha, chunki havo kovak venalar orqali shu yerga qaytadi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Chap qorincha, chunki shikastlangan alveolalardan o‘tgan havo o‘pka venalari orqali chap kameralarda to‘planadi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Chap qorincha, chunki shikastlangan alveolalardan o‘tgan havo o‘pka venalari orqali chap kameralarda to‘planadi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Asfiktik cho‘kishdagi keskin emfizemada alveolalararo to‘siqlar shikastlanadi. Oz miqdordagi havo o‘pka venalari orqali yurakning chap kameralariga o‘tib, u yerda to‘planadi. Shu sababli sinamada mexanik jarohatlardagidan farqli ravishda o‘ng emas, chap qorincha teshiladi. Boshqa variantlar havo yo‘lini noto‘g‘ri ko‘rsatadi.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123 bet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Osilishdan qutqarilgan shaxsda nafas va yurak faoliyati tiklangach, arterial bosim va mushak tonusi ko‘tarildi, pay reflekslari kuchaydi, tonik talvasalar va yoyuvchi tipdagi patologik reflekslar paydo bo‘ldi, tana harorati oshdi. Asfiktik koma davrining qaysi bosqichi?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Arefleksiya va atoniya bosqichi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Detserebratsion rigidlik bosqichi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Tonik-klonik talvasalar va giperkinezlar bosqichi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Sopor bosqichi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Detserebratsion rigidlik bosqichi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Nafas va yurak tiklangach mushak tonusi va arterial bosim ko‘tarilishi, tonik talvasalar hamda yoyuvchi patologik reflekslar detserebratsion rigidlikka xos. Arefleksiya va atoniyada tonus pasaygan, reflekslar chaqirilmaydi. Keyingi bosqichda tonik-klonik talvasalar va bukuvchi tipdagi reflekslar paydo bo‘ladi. Sopor esa koma tugagach boshlanadigan karaxtlik davriga tegishli.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108 bet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Chuqur quduqqa tushgan ishchi halok bo‘ldi. Murdani tekshirishda faqat tez o‘limga xos umumiy belgilar topildi. Quduq tagida bijg‘ish va chirish jarayonlari kuzatilgan. Qaysi xulosa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O‘lim faqat kislorod tanqisligidan bo‘lgan, boshqa omillar ahamiyatsiz</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Bu turga xos o‘ziga xos morfologik belgilar aniqlanadi va tashxis shunga asoslanadi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Gipoksiya va giperkapniyadan tashqari bijg‘ish va chirishda hosil bo‘lgan toksik moddalar ham o‘limga hissa qo‘shgan bo‘lishi mumkin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O‘lim nafas yo‘llarining yot jism bilan yopilishidan bo‘lgan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Gipoksiya va giperkapniyadan tashqari bijg‘ish va chirishda hosil bo‘lgan toksik moddalar ham o‘limga hissa qo‘shgan bo‘lishi mumkin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Cheklangan notoʻliq yopiq muhitda (quduq, silos o‘rasi) o‘lim genezida gipoksiya va giperkapniya bilan birga bijg‘ish va chirishda hosil bo‘lgan toksik moddalar ham ahamiyatli. Bu asfiksiya turiga xos o‘ziga xos morfologik o‘zgarish bo‘lmaydi, faqat tez o‘lim belgilari topiladi. Yot jism topilmagani uchun obturatsiyaga asos yo‘q.</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130 bet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Asfiksiya holatidan qutqarilgan shaxs kasalxonada kuzatilmoqda. Quyidagi o‘zgarishlardan qaysi birining dastlabki soatlarda rivojlanishi noxush prognostik belgi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O‘pka shishishi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Terining giperesteziyasi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Qorachiqlar o‘yini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Gipergidroz</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O‘pka shishishi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Postasfiktik holatning dastlabki soatlarida o‘pka shishishining rivojlanishi noxush prognostik belgi. Terining giperesteziyasi, gipergidroz va qorachiqlar o‘yini vegetativ nerv tizimi buzilishidan kelib chiqadi va bunday prognostik og‘irlikka ega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109 bet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Suvdan chiqarilgan murdada asfiktik cho‘kishga gumon qilinmoqda. Jigar, buyrak va suyak miyasida diatom planktoni topilmadi, o‘pka to‘qimasida esa diatomlar bor. Plankton tekshiruvi uchun qaysi namuna eng ishonchli ma’lumot beradi?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Kalla asos suyagi bo‘shlig‘idan olingan suyuqlik</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o‘pka to‘qimasining bo‘lakchalari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Oshqozondagi suv va ovqat massasi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Qorin bo‘shlig‘idagi erkin suyuqlik</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Kalla asos suyagi bo‘shlig‘idan olingan suyuqlik</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Asfiktik cho‘kishda suv laringospazm sabab alveolalarga o‘tmaydi, shuning uchun parenximatoz a’zolarda diatom bo‘lmasligi mumkin. Suv burun orqali kalla asosi bo‘shlig‘iga o‘tadi, shu sababli plankton uchun aynan shu suyuqlik olinadi. O‘pkadagi diatom esa o‘limdan so‘ng suvga tushganda ham topilishi mumkin, shuning uchun diagnostik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125 bet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Bir xil haroratli suv havzasidan bir vaqtda ikkita yalang‘och murda chiqarildi: yangi tug‘ilgan chaqaloq va 60 yoshli erkak. Terining matseratsiyasi (bujmayishi, ko‘chishi) haqida qaysi xulosa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Chaqaloqda tezroq, chunki uning terisi yupqa va nozik</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Erkakda tezroq, chunki epidermis qalin, teri quruq va bujmaygan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Ikkalasida bir xil tezlikda, chunki suv harorati bir xil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Chaqaloqda tezroq, chunki terida himoya qoplami umuman bo‘lmaydi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Erkakda tezroq, chunki epidermis qalin, teri quruq va bujmaygan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Kattalarda epidermis qalinroq, teri quruq va bujmaygan bo‘lgani uchun matseratsiyaga moyilroq. Yangi tug‘ilgan chaqaloqda teri yuzasidagi mo‘msimon qoplama matseratsiyadan himoya qiladi. Shuning uchun yoshni ham hisobga olish kerak, faqat harorat yetarli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128 bet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Ag‘darilgan avtomobil borti ko‘krak va qorinni kuchli bosgan, shaxs qisqa muddatda halok bo‘lgan. Murdada ekximotik niqob va o‘pkaning karmin shishishi deyarli ifodalanmagan, ammo ko‘krak qafasi va qorin bo‘shlig‘ida yopiq jarohatlar bor. Eng to‘g‘ri tushuntirish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Qisilish uzoq davom etgani uchun asfiksiya belgilari so‘ngan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Qisilish faqat qorinni qamragani uchun o‘pka zarar ko‘rmagan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Kuchli qisilish nafas va qon aylanishini tez buzgani uchun asfiksiya belgilari minimal qolgan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Bosim bosh miyaga ta’sir qilgani uchun venoz dimlanish rivojlanmagan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Kuchli qisilish nafas va qon aylanishini tez buzgani uchun asfiksiya belgilari minimal qolgan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Kuchli qisilish qisqa vaqtda nafas va qon aylanishini to‘xtatadi, shuning uchun o‘lim paytida asfiksiya belgilari minimal bo‘ladi va ko‘pincha yopiq jarohatlar birga topiladi. Ekximotik niqob va karmin shishish esa to‘liq bo‘lmagan, uzoq davom etgan qisilishda yaqqol rivojlanadi.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218 bet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Ikki hodisa taqqoslanmoqda: A — kalla asosi sinishida qon ketishi va qonning aspiratsiyasi; B — kuchli mast shaxsda qusuq massasining aspiratsiyasi. Qaysi birida bronx va alveolalar shilliq qavatida kimyoviy shikastlanish ko‘proq kutiladi va nima uchun?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 hodisada, chunki qon ivib, alveolalarni mexanik berkitadi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 hodisada, chunki qon nordon muhitga ega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Ikkalasida bir xil, chunki ikkalasi ham suyuq modda aspiratsiyasi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 hodisada, chunki qusuq massasi nordon muhitli va qonga nisbatan agressivroq</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B hodisada, chunki qusuq massasi nordon muhitli va qonga nisbatan agressivroq</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Qon neytral muhitga yaqin, qusuq massasi esa nordon bo‘lgani uchun shilliq qavatga agressivroq ta’sir qiladi. Natijada bronx va alveolalarda kimyoviy shikastlanish rivojlanadi. Suyuqlik aspiratsiyasi bo‘lishi ikkala holatda ham kimyoviy zararni teng qilmaydi.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120 bet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Osilishdan o‘lgan shaxs murdasida bo‘yin organlarini tekshirish rejalashtirilgan. Ichki a’zolar majmuasini olishdan oldin kalla bo‘shlig‘i ochiladi, aorta va yuqori kovak venadan qon chiqariladi. Bu tartibning asosiy maqsadi nima?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Strangulyatsion egatning rangini yaxshiroq ko‘rsatish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Bo‘yin to‘qimalarining qon bilan shimilishini oldini olish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Cho‘kishdan farqlash uchun planktonni ajratib olish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Murdani sovutib, murda dog‘larining rivojlanishini to‘xtatish</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Bo‘yin to‘qimalarining qon bilan shimilishini oldini olish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Katta tomirlardan qonni oldindan chiqarish bo‘yin yumshoq to‘qimalarining qon bilan shimilishiga yo‘l qo‘ymaydi. Aks holda sun’iy qon quyilishlarni hayotiy qon quyilishlar bilan adashtirish mumkin. Qolgan variantlar bu amalning maqsadi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223 bet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Suvda halok bo‘lgan yosh sportchi suvga chuqur sho‘ng‘igan. Murdada cho‘kishga xos belgilar yo‘q, ichki a’zolar sog‘lom, lekin chekka suyagi so‘rg‘ichsimon o‘simtasi va o‘rta quloq bo‘shlig‘ida ikki tomonlama qon quyilish topildi. Mexanizm qaysi javobda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Chin cho‘kishda suvning alveolalar orqali qonga o‘tishi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Sovuq suvdan keyin yurakning reflektor to‘xtashi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Tez sho‘ng‘ishda bosim o‘zgarishining nog‘ora pardaga travmatik ta’siri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Suv osti jismiga urilishdan kalla asosining sinishi</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Tez sho‘ng‘ishda bosim o‘zgarishining nog‘ora pardaga travmatik ta’siri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Suvga tez chuqur sho‘ng‘ishda quloq nog‘ora pardasiga ta’sir qiluvchi bosim o‘zgarishi travmatik ta’sir ko‘rsatishi mumkin. Shu sababli o‘rta quloq va so‘rg‘ichsimon o‘simtada ikki tomonlama qon quyilish paydo bo‘ladi. Cho‘kish belgilarining yo‘qligi chin cho‘kishni va boshqa taxminlarni rad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233 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5. Kislorod tanqisligi (asfiksiya)</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4-modul. Kislorod tanqisligi (asfiksiya, cho‘kish), harorat, elektr, bosim, radiatsiya; bet 315-374</a:t>
            </a:r>
          </a:p>
          <a:p>
            <a:pPr>
              <a:spcAft>
                <a:spcPts val="1200"/>
              </a:spcAft>
            </a:pPr>
            <a:r>
              <a:rPr sz="1800">
                <a:solidFill>
                  <a:srgbClr val="1F2937"/>
                </a:solidFill>
                <a:latin typeface="Calibri"/>
              </a:rPr>
              <a:t>▸  Харин Г.М. (Kharin G.M.). Краткий курс судебной медицины: учебное пособие, М.: ГЭОТАР-Медиа (egasi taqdim etgan; yopiq foydalanish). 2006. VII bo‘lim (16-18-boblar). Mexanik asfiksiya; bet 139-153</a:t>
            </a:r>
          </a:p>
          <a:p>
            <a:pPr>
              <a:spcAft>
                <a:spcPts val="1200"/>
              </a:spcAft>
            </a:pPr>
            <a:r>
              <a:rPr sz="1800">
                <a:solidFill>
                  <a:srgbClr val="1F2937"/>
                </a:solidFill>
                <a:latin typeface="Calibri"/>
              </a:rPr>
              <a:t>▸  Iskandarov A.I., Qo‘ldoshev D.R. Sud tibbiyoti (tibbiyot instituti talabalari uchun), Toshkent (egasi taqdim etgan; yopiq foydalanish). . XI-bob. Mexanik asfiksiya; bet 202-234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