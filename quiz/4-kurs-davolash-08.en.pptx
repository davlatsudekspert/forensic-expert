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4-kurs-davolash-08-q30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№4. Lecture: Injury to the body and death resulting from oxygen deficiency.</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For children, which level of carbon dioxide concentration in the air is life-threatening?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When it reaches 0.5%</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When it reaches 2.0–2.5%</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When it reaches 5.0–6.0%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When it reaches 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When it reaches 2.0–2.5%</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children the dangerous level is 2.0–2.5%. At 0.5%, only the respiratory rate increases and pulmonary ventilation intensifies. 8–10% is the level that is lethal in adults.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130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Approximately what proportion of deaths from mechanical asphyxia is accounted for by hanging?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30–35%</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45–50%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65–70%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85–90%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65–70%</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Hanging is the most common type of mechanical asphyxia and accounts for 65–70% of deaths from asphyxia. The other options understate or overstate this proportion.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111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asphyxial ("dry") drowning, water does not enter the trachea and bronchi. What is the main reason for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Laryngospasm occurs due to irritation of receptors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cough reflex intensifies and the water is expelled completely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hyoid bone is fractured and the trachea becomes obstructed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alveolar walls rupture and water passes directly into the blood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Laryngospasm occurs due to irritation of receptors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asphyxial drowning, receptor irritation causes laryngospasm and water does not enter the lower airways. The passage of water into the blood through the alveoli is characteristic of true (wet) drowning. A fractured hyoid bone is unrelated to this mechanism.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121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asphyxial drowning, due to laryngospasm, more water enters the stomach (Fagerlund sign). At most, approximately how much water can be found in the stomach?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Up to 100 ml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Up to 300 ml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Up to 500 ml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Up to 1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Up to 1 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asphyxial drowning, because water cannot enter the airways, up to 1 l of water may be found in the stomach. In true drowning this figure is up to 300 ml. Therefore 300 ml is a distractor option.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After a body has been in water for 2–3 weeks, the skin of the palms and soles separates together with the nails. What is this sign called?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"washerwoman's hand"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"death glove"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"goose skin"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"copper wire 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"death glove"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After 2–3 weeks the skin separates together with the nails in the form of a "death glove" and a "death sock". "Washerwoman's hand" denotes an earlier stage, within the first few days. "Goose skin" is formed by contraction of the skin muscles in cold water. The "copper wire sign" is the mark of a soft ligature.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127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Vomitus was found in the airways of a corpse. Which of the following more strongly confirms that this material resulted from vital aspiration, i.e., that it did not enter after death?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mass is also found in the oral cavity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mass is present only in the larynx in a small amount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mass reaches the small bronchi and alveoli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mass is found together with putrefactive gases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mass reaches the small bronchi and alveoli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mass that enters the airways during resuscitation, transportation of the corpse, or putrefaction is relatively small and is not found in the small bronchi and alveoli. In vital aspiration, however, it penetrates as far as the fine bronchi and alveoli. The other options do not prove vitality.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120-121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During examination of a corpse, a skin flap taken from the area of a strangulation furrow was cleared of subcutaneous fat and examined in transmitted light between two glass slides. Hyperemia and hemorrhages were found in the area of the furrow ridge. What does this finding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That the furrow resulted from a ligature being placed on the body after death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That the ligature was made of a hard material and the knot was located at the back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That the furrow was inflicted in vivo, i.e., during life (Bocarius test)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That the furrow was formed only under the influence of body weight, i.e., in complete hanging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That the furrow was inflicted in vivo, i.e., during life (Bocarius test)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Hemorrhages and hyperemia form while the circulation is preserved, so the Bocarius test shows the vitality of the furrow. The other options relate to the type of ligature, the position of the knot, or the type of hanging, which this test does not determine.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116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asphyxial drowning, the Suntsov test is performed on the corpse to detect air embolism of the heart. What is done in this test?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left ventricle of the heart is punctured with the tip of a scalpel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right ventricle of the heart is punctured with the tip of a scalpel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pulmonary artery is cut under water and the released gas is detected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pericardial sac is filled with fluid and the left atrium is compressed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left ventricle of the heart is punctured with the tip of a scalpel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asphyxial drowning, air collects in the left chambers of the heart via the pulmonary veins, so the left ventricle is punctured. When examining air embolism in mechanical injuries, however, the right ventricle is usually punctured; this is the difference in the test.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drowning in sea water, the osmotic pressure of the salt water is considerably higher than that of blood. What change in the blood is observed as a result?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Hemodilution and osmotic hemolysis of erythrocytes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Blood in the left ventricle being lighter than in the right ventricle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Thinning of the blood and pink coloration of postmortem lividity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Hypovolemia and thickening of the blood (hemoconcentration)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Hypovolemia and thickening of the blood (hemoconcentration)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salt water, the water in the alveoli does not pass into the blood; on the contrary, the liquid part of the blood moves into the alveoli, while electrolytes pass into the blood. As a result, the blood becomes thicker. The remaining options are changes characteristic of true drowning in fresh water.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compression asphyxia, when the compression is prolonged, the lung tissue turns bright red and "carmine edema" (Lakkasan sign) develops. How is this explained?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By an excessive increase in the activity of the enzyme fibrinogenase in the lungs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By more oxygen-saturated blood accumulating in the lungs during weak breathing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By rupture of the interalveolar septa and passage of air into the pulmonary veins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By water entering the alveoli and hemolysis of erythrocytes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By more oxygen-saturated blood accumulating in the lungs during weak breathing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compression is prolonged, breathing becomes weak, and more oxygen-saturated blood remains in the lungs than in other organs, so the tissue turns bright red. The other options explain other processes (blood fluidity, air embolism, hemolysis in drowning).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129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relationship between external and internal injuries in the corpse of a person who died from manual strangulation of the neck?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External and internal injuries are equally pronounced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External injuries are always more extensive than internal ones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There are no internal injuries, only subcutaneous bruises are found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Internal injuries are more pronounced and more extensive than external ones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Internal injuries are more pronounced and more extensive than external ones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manual strangulation, internal changes such as fractures of the hyoid bone and laryngeal cartilages and hemorrhages into the soft tissues are more pronounced than the bruises and abrasions visible on the skin. When strangulation is performed through a soft object, external marks may be completely absent.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118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unconscious person fell into a confined space, remained with the head flexed forward for a long time, and died from positional asphyxia. Which finding on the neck of the corpse is characteristic of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No strangulation furrow is present, and the hyoid bone and laryngeal cartilages are not damaged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horizontal, closed furrow with fractures of the hyoid bone horns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An obliquely vertical furrow with a transverse tear of the carotid artery intima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 deep furrow at the level of the thyroid cartilage and abrasions with fingernail marks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No strangulation furrow is present, and the hyoid bone and laryngeal cartilages are not damaged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positional asphyxia, a true strangulation furrow does not form on the neck; only a flexion fold may resemble it. The hyoid bone and laryngeal cartilages are also not damaged. The other options are characteristic of ligature or manual strangulation.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119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true drowning, pinkish-red hemorrhages with blurred margins, larger than Tardieu spots, are found beneath the visceral pleura (Rasskazov-Lukomskiy-Paltauf spots). How do they form?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From rupture of vessels due to increased pressure in the pleural cavity during expiratory dyspnea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From enlargement, under the influence of laryngospasm, of hemorrhages that appeared during inspiratory dyspnea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From hemolysis by water, during the terminal respiratory stage, of the Tardieu spots formed during the inspiratory dyspnea stage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From bleeding into the spaces between the lung lobes as a result of compression of the ribs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From hemolysis by water, during the terminal respiratory stage, of the Tardieu spots formed during the inspiratory dyspnea stage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Initially, ordinary Tardieu spots form during inspiratory dyspnea. During the terminal respiratory stage, water passing through the alveoli causes hemolysis of the blood in them, so the spots enlarge, take on a pale pink color, and their margins become blurred. The other options do not explain this mechanism.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122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hanging, when the ligature knot is in an atypical location (anterior or lateral), aspiration of gastric contents into the airways may occur. What is the reason for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esophagus is not completely occluded, and irritation of the vagus nerve induces vomiting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esophagus is completely occluded by the ligature, and the gastric contents are expelled under pressure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hyoid bone is fractured, leaving the laryngeal inlet open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Cerebral edema develops as a result of compression of the carotid arteries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esophagus is not completely occluded, and irritation of the vagus nerve induces vomiting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an atypical knot, the esophagus is not completely closed, the vagus nerve is irritated and vomiting occurs, and the contents are aspirated into the airways. Complete occlusion of the esophagus is not characteristic of this situation. A fractured hyoid bone and cerebral edema do not explain the aspiration.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113-114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of the signs associated with stretching of the neck in hanging indicates hemorrhage and rupture at the lower end of the sternocleidomastoid muscle?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Amussat sign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Martin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Simon sign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Walcher 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Walcher sign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Hemorrhage and rupture at the lower end of the sternocleidomastoid muscle is called the Walcher sign. The Amussat sign is a transverse tear of the carotid artery intima, the Martin sign is hemorrhage into the outer layer of the artery, and the Simon sign is hemorrhage into the cervical intervertebral discs.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116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manual strangulation, 2-4 bruises and abrasions on the front surface and one on the back surface were found on each side of the victim's neck. By which method was the strangulation most likely carried out?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With both hands from the front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With both hands from behind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With one hand from the front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Through a soft object with the shoulder or forearm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With both hands from behind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strangulation with both hands from behind, 2-4 marks are left on the front surface and one on the back surface on each side of the neck. In strangulation with both hands from the front, the opposite occurs: one on the front surface and 2-4 on the back surface. In compression through a soft object or with the shoulder or forearm, external marks are few or absent.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118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with a body weight of 70 kg is hanged while resting on the knees. In hanging with support on the knees, the ligature is pulled with a force equal to 20% of body weight. Approximately how much force is exerted on the ligature?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14 kg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7 kg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35 kg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4-5 kg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14 kg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20% of 70 kg is 14 kg. 7 kg (10%) and 35 kg (50%) are incorrect calculations. 4-5 kg corresponds to the weight of the head pulling the ligature in hanging in a lying position.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112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corpse recovered from a lake, the blood in the left chambers of the heart is paler than on the right, the endocardium of the left chambers is reddish, there is approximately 100 ml of free fluid in the abdominal cavity, and pinkish-red hemorrhages with blurred margins are present beneath the pleura. Which condition does this picture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True drowning in sea water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Asphyxial drowning in fresh water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True drowning in fresh water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Sudden (syncopal) death in water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True drowning in fresh water</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In true drowning in fresh water, water passes through the alveoli into the blood, diluting it and causing hemolysis. For this reason, the blood in the left ventricle is paler, the endocardium becomes reddened, fluid accumulates in the serous cavities, and spots with blurred margins form. In sea water, the blood thickens and these spots do not appear. In asphyxial drowning, water does not reach the alveoli, and in syncopal death, signs of asphyxia have no time to develop.</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122-123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corpse recovered from a lake, the lungs are sharply emphysematous and enlarged, and only Tardieu spots are present beneath the visceral pleura. Diatom plankton was not found in the parenchymal organs or the bone marrow. Which sample is most appropriate for plankton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blood sample from the right ventricle of the heart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piece of tissue taken from the lung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Fluid taken from the cavity of the skull base (sphenoid sinus)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sample of fluid from the stomach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Fluid taken from the cavity of the skull base (sphenoid sinus)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asphyxial drowning, water does not reach the alveoli because of laryngospasm, so plankton does not enter the blood and may not be found in the internal organs. In such cases, fluid from the cavity of the skull base bone is taken for examination. Plankton in lung tissue may also be present when the body enters the water after death, so it is not diagnostic.</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125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After a hanged person was removed from the ligature and breathing and cardiac activity were restored, muscle tone and arterial pressure are elevated, tendon reflexes are exaggerated, tonic convulsions are present, extensor-type pathological reflexes are observed, and body temperature is elevated. Which stage of the postasphyxial state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decerebrate rigidity stage of the asphyxial coma period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sopor stage of the stupor period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period of disorientation and memory impairment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period of residual effects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decerebrate rigidity stage of the asphyxial coma period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Increased muscle tone, tonic convulsions, and extensor reflexes after restoration of breathing and cardiac activity are characteristic of decerebrate rigidity in asphyxial coma. In stupor, the victim emerges from coma and convulsions are absent. In the period of disorientation, consciousness has been restored, and residual effects appear later.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108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body recovered from water, the fingertips are blanched and wrinkled; this change has fully involved the palmar surface but has not yet extended to the plantar surface of the foot. About how long has the body been in the water?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few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2-5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About 10-15 days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About 2-3 weeks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About 2-5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After a few hours only the fingers become blanched and wrinkled. The palmar surface is fully involved within 2-5 days, and the sole within 5-8 days. Hair changes are seen at 10-15 days, and "glove-like" sloughing of the skin of the hands and feet at 2-3 weeks, so these options do not fit.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127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strangulation furrows were found on the neck of a body: one horizontal and continuous, the other directed obliquely upward, with an epidermal border between them. What is the most likely course of events?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person hanged himself in a single-loop noose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victim was manually strangled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Death occurred as a result of positional asphyxia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person was first strangled with a ligature and then hanged in the same noose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person was first strangled with a ligature and then hanged in the same noose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horizontal furrow is typical of ligature strangulation, and an obliquely upward furrow is typical of hanging. In hanging the noose shifts, forming an epidermal border between the furrows. Manual strangulation leaves no furrow, and in positional asphyxia no strangulation furrow is formed.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215-216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mother fell asleep while breastfeeding, and the infant was found dead. The body shows only signs typical of rapid death, with no changes typical of obstruction of the respiratory openings. What should the expert do to determine the cause of death?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Perform a thorough histological examination to exclude diseases such as pneumonia and bronchiolitis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Rely on the external examination alone and conclude asphyxia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Because of the absence of signs, leave the cause of death as "undetermined"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Suspect homicide and state that injuries are absent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Perform a thorough histological examination to exclude diseases such as pneumonia and bronchiolitis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such a case there are no specific signs; during breastfeeding the infant may also die suddenly from a disease (pneumonia, bronchiolitis). Histological examination reveals the true cause. Giving a conclusion based only on external examination or on assumption is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220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prosector washed the organs of a body recovered from water with tap water, and then diatom plankton was found in the kidney and bone marrow. Why can this result not be trusted?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Tap water contains no diatoms, so the result is false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Plankton in tap water may pass into the tissue and distort the result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Diatoms have diagnostic significance only in lung tissue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Diatoms can be found only in drowning in salt water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Plankton in tap water may pass into the tissue and distort the result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Diatom plankton is also found in tap water, so using tap water is prohibited when examining a body suspected of drowning: the plankton may get into the organ tissue. The idea that tap water contains no diatoms is wrong, and plankton in the lungs, on the contrary, is not diagnostic.</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230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found dead at the scene has abrasions and bruises on the limbs, and hard objects are located around the body. Traces of involuntary discharge of urine and feces were also found on the body. These injuries may have arisen spontaneously due to convulsions. In which stage of asphyxia are such convulsions observed?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Inspiratory dyspnea stage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Expiratory dyspnea stage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Stage of brief respiratory arrest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Terminal respiration stage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Expiratory dyspnea stage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Strong clonic convulsions accompanied by discharge of urine, semen and feces are typical of the expiratory dyspnea stage. Because of these convulsions the body may strike surrounding objects and be injured; such injuries must be distinguished from those inflicted by another person. In the inspiratory stage only disorderly movements of the limbs may occur, while in the pause stage the muscles relax.</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106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obese man was taken down from the noose in time after typical hanging with a sudden jerk and survived. Examination revealed a transverse tear of the carotid artery intima below the projection of the strangulation furrow (Amussat sign). In the postasphyxial state, which complications can this injury cause?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Hypostatic pneumonia and pulmonary edema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Gastrointestinal perforation and peritonitis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Acute hepatic and renal failure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Thrombosis, thromboembolism and aneurysm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Thrombosis, thromboembolism and aneurysm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tear of the carotid artery intima is an injury of the vessel wall and carries a risk of thrombosis, thromboembolism and aneurysm. The other options are complications seen in the postasphyxial state, but they are not directly related to a tear of the arterial intima.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116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body of a five-year-old child who drowned in cold water is being examined. Which type of drowning is most likely, and which finding is typical of this type?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Lungs sharply emphysematous, enlarged in volume, dry on section; no water or foreign material in the airways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Water plants and silt in the airways, lungs doughy, filling the pleural cavities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Diffuse pink spots under the visceral pleura and thinning of the blood (hemodilution)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Blood in the left chambers of the heart paler than in the right, endocardium reddish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Lungs sharply emphysematous, enlarged in volume, dry on section; no water or foreign material in the airways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Low temperature and young age predispose to asphyxial drowning. In it, water does not enter the airways because of laryngospasm, and the lungs are sharply emphysematous and dry. The other three options are typical of true drowning, in which water has reached the alveoli.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122-123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young intoxicated man became motionless as soon as he entered the water. The body lacks general signs of asphyxia and shows only some changes typical of rapid death. What is the most correct assessment and further direction?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Asphyxial drowning; water did not enter the lungs because of laryngospasm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True drowning; the signs did not have time to develop because of rapid death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Sudden death in water; changes in the heart that predispose to it are sought first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Reflex type of drowning; no additional examination is required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Sudden death in water; changes in the heart that predispose to it are sought first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heart and breathing stop reflexively as soon as the body enters the water, signs of asphyxia do not develop. It is more correct to assess such an event as sudden death in water rather than drowning. On careful examination, changes in the heart that lead to sudden death or predispose to it are found first, and intoxication is one of the predisposing factors.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124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worker cleaning a deep well was found dead. Examination of the body shows only general asphyxial signs typical of rapid death, and no special changes specific to this type of asphyxia. Besides hypoxia and hypercapnia in the environment, which factor is usually significant in the genesis of death?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Mechanical compression of the neck vessels and nerves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Toxic substances formed during fermentation and putrefaction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Passage of blood to the heart through the pulmonary veins in the form of air embolism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Aspiration of water into the alveoli and hemodilution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Toxic substances formed during fermentation and putrefaction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confined, incompletely enclosed environments such as a deep well, besides hypoxia and hypercapnia, toxic substances formed as a result of fermentation and putrefaction also contribute to death. The remaining options relate to other types of asphyxia or to mechanisms of drowning.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130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rescued from asphyxia is being observed in hospital. He has skin hyperesthesia, hyperhidrosis, "pupillary play" (hippus), vomiting and involuntary urination. In the first hours, which subsequent change is considered an unfavorable prognostic sign?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Intensification of alternating constriction and dilation of the pupils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Continued hyperhidrosis of the skin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Repeated involuntary discharge of urine and feces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Development of pulmonary edema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Development of pulmonary edema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Skin hyperesthesia, hyperhidrosis, pupillary play, vomiting and involuntary discharges are ordinary manifestations of autonomic nervous system disturbance. The development of pulmonary edema in the first hours is considered an unfavorable prognostic sign.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109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Lecture: Injury to the body and death resulting from oxygen deficiency. · Automatic tr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5. Kislorod tanqisligi (asfiksiya)</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 bo‘lim (16-18-boblar). Mexanik asfiksiya; bet 139-153</a:t>
            </a:r>
          </a:p>
          <a:p>
            <a:pPr>
              <a:spcAft>
                <a:spcPts val="1200"/>
              </a:spcAft>
            </a:pPr>
            <a:r>
              <a:rPr sz="1800">
                <a:solidFill>
                  <a:srgbClr val="1F2937"/>
                </a:solidFill>
                <a:latin typeface="Calibri"/>
              </a:rPr>
              <a:t>▸  Iskandarov A.I., Qo‘ldoshev D.R. Sud tibbiyoti (tibbiyot instituti talabalari uchun), Toshkent (egasi taqdim etgan; yopiq foydalanish). . XI-bob. Mexanik asfiksiya; bet 202-234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