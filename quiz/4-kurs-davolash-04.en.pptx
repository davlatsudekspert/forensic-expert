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Mechanical injuries. Transport trauma.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Since which period has transport trauma been studied as a separate section of forensic medicine?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the 30s of the last century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the 60s of the last century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From the 80s of the last century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From the 90s of the last century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From the 60s of the last century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of the mechanism of injury formation and the specific features of conducting forensic examination in transport trauma, as well as the high frequency of such cases, it became a separate section from the 60s of the last century. Other periods are not indicated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57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type accounts for more than 90 percent of examinations performed in cases of transport trauma?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Automobile trauma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Motorcycle trauma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Rail trauma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Tractor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Automobile trauma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forensic examination data, the most common type of transport trauma is automobile trauma, whose share exceeds 90 percent. Motorcycle, rail, and tractor trauma are much less common.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57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bruise exactly matching the shape and dimensions of a car headlight was found on a pedestrian's thigh. According to its diagnostic significance, to which group does this injury belong?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Characteristic injury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Imitative injury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Specific injury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Non-characteristic injury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Specific injury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Injuries that reflect the shape of a particular part of a car (headlight, front trim, tire tread) are called specific, i.e., contact injuries. Characteristic injuries correspond only to the type or phase of the trauma, while non-characteristic and imitative injuries do not allow a definite conclusion about automobile trauma.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59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 railway transport wheel passes over the body, the division of the body into parts is mainly associated with which factor?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effect of the cutting edge of the rail head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Friction of the wheel's circumferential surface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strong impact of the wagon buffer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scissor-like action of the wheel flange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scissor-like action of the wheel flange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Between the wheel and the rail the body is strongly compressed and crushed, and the scissor-like action of the wheel flange (reborda) separates the tissues from one another. The remaining factors are not the main cause of the body's division.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71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motorcycle trauma, unlike automobile trauma, the driver and the passenger can be injured in all cases. What is the reason for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absence of safety belts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instability of a two-wheeled vehicle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constantly very high speed of movement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large mass of the motorcycle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instability of a two-wheeled vehicle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a motorcycle has two wheels, it is unstable; therefore, in addition to pedestrians, the driver and the passenger also fall and are injured. Speed, mass, and the presence of belts are not indicated as the main explanation of this difference.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69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change occurs in a driver even when the blood alcohol level is only 0.5‰?</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Reaction speed increases significantly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Visual acuity is completely lost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critical attitude toward the surroundings changes and the driver overestimates their own abilities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ability to operate a vehicle remains unchanged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The critical attitude toward the surroundings changes and the driver overestimates their own abilities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Special studies have shown that even a small amount of alcohol changes the driver's critical attitude and leads to overestimation of their own abilities. This impairs vehicle control in difficult road conditions, so the other options are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99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a fight, one person struck the victim with a stone picked up from the ground. According to the classification of mechanical factors, to which group does the stone belong?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Weapon: an object specially made for attack or defense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Tool: an industrially manufactured object for production or household purposes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Combined factor: the simultaneous action of different factors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Object: an item with no specific purpose, used incidentally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Object: an item with no specific purpose, used incidentally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stone has no specific purpose of its own; it was used accidentally or deliberately to inflict injury, so it is considered an object. A weapon is specially made for attack or defense, while a tool is manufactured for a particular household or work purpose. A combined factor refers to the joint action of several types of influence.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69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Of the five phases of being run over by a car wheel, in which two phases are injuries specific and characteristic of automobile trauma mainly formed?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first and second phases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second and third phases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third and fourth phases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fourth and fifth phases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the third and fourth phases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Specific and characteristic injuries are formed when the wheel climbs onto the body and when it comes off the body, i.e., in the third and fourth phases. In the first phase mainly non-characteristic injuries (abrasions, bruises) occur, and in the second and fifth phases streak-like abrasions appear.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63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initial, first phase of injury formation in a driver inside a car?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legs striking the car's dashboard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chest striking the steering wheel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head striking the windshield after the steering wheel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body being thrown backward and the neck bending backward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legs striking the car's dashboard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driver the phases occur sequentially: first the legs strike the dashboard, then the chest strikes the steering wheel. The head striking the steering wheel and the windshield is the third phase, and the body being thrown backward is the fourth phase.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66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Approximately what force acts on the area of the body caught between the wheel of railway transport and the rail?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About 500 kg per 1 sq. cm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 tonnes or more per 1 sq. cm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About 2 tonnes per 1 sq. cm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More than 50 tonnes per 1 sq. cm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5 tonnes or more per 1 sq. cm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area between the wheel and the rail is compressed very strongly: a force of 5 tonnes or more per 1 sq. cm is applied. As a result, tissues are crushed, and the wheel flange separates them in a scissor-like manner. Other values are not given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71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At what aircraft speed, or above, does the oncoming air stream act like a solid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800 km/h and above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200 km/h and above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400 km/h and above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600 km/h and above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800 km/h and above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speeds of 800 km/h and above, the air stream acts like a solid body. As a result, tears of the corners of the mouth, separation of the facial soft tissues from the bone, and barotrauma of the eyeballs and lungs are observed. At lower speeds, such an effect is not recorded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76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body of a person who flew at a very high altitude (19 km and above) without protective equipment, which finding manifests altitude decompression (altitude emphysema)?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Rupture of the tympanic membrane and hemorrhage into the middle ear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Gas bubbles in the subcutaneous fat and in the blood vessels of the internal organs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sharp increase in the carboxyhemoglobin level in the blood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Separation of the facial soft tissues from the bones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Gas bubbles in the subcutaneous fat and in the blood vessels of the internal organs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altitude decompression, gas bubbles are found in the subcutaneous fat and in the blood vessels of the internal organs. Rupture of the tympanic membrane is characteristic of explosive decompression due to loss of cabin pressurization, carboxyhemoglobin of fire-related poisoning, and separation of facial tissues of the oncoming air stream.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77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Approximately how many times greater is the specific pressure of the teeth (ground-engaging lugs) on the tracks of a crawler tractor chain compared with the other links of the chain?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5–10 times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30–40 times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100–120 times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2–3 times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30–40 times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teeth correspond to a very small part of the bearing surface, their specific pressure is 30–40 times higher than that of the rest of the chain. For this reason, the teeth leave separate, distinct abrasions and bruises on the body. Other values are not given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119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railway trauma, when the body is compressed between the wheel and the rail, what is the usual width of the compression band on the rail side of the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2–4 cm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12–14 cm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5–10 cm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7–8 cm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7–8 cm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rail head is narrower than the circumferential surface of the wheel, so the band is 7–8 cm on the rail side and 12–14 cm on the wheel side. 2–4 cm refers to the band on the skin from a light railcar wheel, and 5–10 cm to the wide part of the wheel band when the body is separated.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72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thermal injury in aviation trauma observed more often in passengers than in crew members?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fuel tanks are located in the middle part of the fuselage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Explosive decompression is stronger in the passenger cabin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Crew members are equipped with separate protective harnesses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Passengers reach the ground using an ejection seat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fuel tanks are located in the middle part of the fuselage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the fuel tanks are in the middle part of the fuselage, the fire affects first of all the section where the passengers are located. The other options do not explain the distribution of thermal exposure.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78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body of a pedestrian of average height, a bumper fracture was found in the femur, and the vehicle had not braked. Which vehicle most likely struck the pedestrian?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passenger car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truck with a load capacity of up to 4 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truck carrying more than 4 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vehicle with a van-type body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 truck with a load capacity of up to 4 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bumper of a passenger car is low (35–42 cm), so it breaks the lower leg. A bumper fracture of the femur indicates a truck of up to 4 t. The bumper of a truck of more than 4 t may be at the level of the chest and head of a tall person. A van-type body also strikes the chest and head.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136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truck wheel ran over a body, and the speed of movement was above 20 km/h. In the area where the wheel left the body, no injuries corresponding to the fourth phase were found. How is this explained?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wheel did not go onto the body at all, it only delivered an impact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injuries were washed away after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body was dragged from under the wheel, and the injuries passed into another phase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wheel "jumped off" the body, so there may be no injuries in the fourth phase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wheel "jumped off" the body, so there may be no injuries in the fourth phase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a speed of 20 km/h or more, the wheel jumps off the body, and injuries may not be formed in the fourth phase. The other options are not given in the source as such an explanation and contradict the fact that the wheel went onto the body.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65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victim fell from the body of a moving vehicle and landed on the ground on the feet. Which of the following fractures is considered a direct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Fracture of the lower leg bones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Fracture of the foot bones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Fracture of the femur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Fracture of the lower thoracic vertebrae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Fracture of the foot bones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landing on the feet, the force is applied directly to the foot bones, so their fracture is direct. Fractures of the lower leg, femur, and pelvic bones and of the lower thoracic and lumbar vertebrae occur indirectly due to transmission of force.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68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expert is analyzing the case of a person who fell from a balcony: on the path of the fall the body collided with balconies and a cornice at various heights, but there was no jump or push before the fall. Which type does this fall belong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Unobstructed (straight) and active fall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Unobstructed (straight) and passive fall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Stepwise (sequential) and passive fall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Stepwise (sequential) and active fall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Stepwise (sequential) and passive fall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body strikes protruding objects at various heights along the way, the fall is considered stepwise (sequential). Since there was no preliminary acceleration (jump, push), it is passive. In a straight fall, the body does not strike any obstacle, and in an active fall there is preliminary acceleration.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84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railway trauma, the compression band on the victim's skin is only 2-4 cm wide, while in the subcutaneous soft tissues its width is 12-14 cm. Which part formed the band on the skin?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the wheel flange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entire circumferential surface of the wheel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inner edge of the rail head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Friction of the side surface of the wheel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Only the wheel flange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 body is run over by a light railcar wheel, the band on the skin is formed only by the wheel flange and is narrow (2-4 cm), whereas in deep tissues it is wide. The circumferential surface gives a wide band, and friction of the side surface forms a separate abrasion band.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72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a corpse run over by a crawler tractor, abrasion-bruises were found perpendicular to the line along which the tractor crossed the body. They were evenly spaced, with areas of undamaged skin between them. What does measuring the distance between the abrasions allow one to determine?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travel speed of the tractor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lifting capacity of the tractor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driver's position at the time of running over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make of the tractor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make of the tractor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distance between the lugs on the track chains is the same in tractors of the same make. Therefore, the distance between the abrasions and the width of undamaged skin between them help determine the make of the tractor. Speed, power and the driver's position cannot be determined from this sign.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121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corpse of a person who died in a fire after an aircraft crash is being examined. Which of the following indicates that the person was still alive during the fire?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Charring of the soft tissues and bones of the body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Soot found in the lumen of the larynx, trachea and bronchi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Complete burning of the clothing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Scattering of body parts by the blast wave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Soot found in the lumen of the larynx, trachea and bronchi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person was breathing during the fire, soot enters the airways and acute carbon monoxide poisoning develops. Charring and burning of clothing can also occur after death. Dismemberment of the body is a result of the blast wave and is not a sign of life.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144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corpse was found in a river: the head is separated from the body, the edges of the separation are smooth or finely serrated, there is no marginal abrasion or hemorrhage, and a flat-surfaced division is present even in the cancellous bones. Which factor does this injury best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blades of a ship's propeller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blow from the free end of a snapped cable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Being thrown against a ship's deck by a wave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leading edge of the underwater hydrofoil of a high-speed vessel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leading edge of the underwater hydrofoil of a high-speed vessel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sharp edge of an underwater hydrofoil separates the body like a chop wound, without marginal abrasion or hemorrhage. Propeller blades, by contrast, usually leave 2-3 closely spaced wounds from a crushing-tearing action. A cable and a wave impact cause blunt injuries.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130-131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driver wearing a seat belt was stopped abruptly in a car collision. Taking into account the restraint of the body by the belt, which injury is usually NOT observed?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Severe traumatic brain injury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Band-like intradermal bruises along the chest and shoulder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Fractures of the clavicle and ribs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Fractures of the nasal and jaw bones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Severe traumatic brain injury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belt restrains the body, so the head does not reach the roof of the cabin or the windshield, and severe traumatic brain injury is usually not observed. However, fractures of the facial skeleton bones may occur. The belt itself may cause bruising along the chest and shoulder girdle, as well as fractures of the clavicle and ribs.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115-116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frontal collision, a driver struck the dashboard with his knee. The examination established that at the time of injury the thigh was in an abducted (outwardly rotated) position. Which change is expected in the area of the hip joint?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horizontal fracture of the floor of the acetabulum, together with fractures of the pubic and ischial bones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Posterior-superior dislocation of the femoral head, with the rim of the acetabulum remaining intact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fracture of the posterior rim of the acetabulum and dislocation of the femur from the joint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Only a rupture of the cruciate ligament of the knee joint, with the pelvic bones intact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 horizontal fracture of the floor of the acetabulum, together with fractures of the pubic and ischial bones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thigh is abducted, the force of impact is transmitted through the femoral neck and head to the floor of the acetabulum. Therefore, the floor of the acetabulum fractures horizontally, and the pubic and ischial bones are also damaged. If the thigh is adducted, posterior-superior dislocation is observed, and in the neutral position, dislocation with a fracture of the posterior rim of the acetabulum is observed.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114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passenger car struck a pedestrian at a speed not exceeding 45 km/h. What bumper fracture is expected in the lower leg bone specimen removed from the corpse?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circular fracture with a smooth linear line around the circumference of the bone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transverse comminuted fracture formed by bending, with a large uneven rhomboid fragment on the side of impact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spiral fracture formed by torsion, elongated along the axis of the bone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 fracture from longitudinal compression, with the bone ends driven into each other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A transverse comminuted fracture formed by bending, with a large uneven rhomboid fragment on the side of impact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speed does not exceed 45-50 km/h, a tubular bone breaks by bending: a transverse comminuted fracture and a large rhomboid fragment on the side of impact are formed. A circular fracture occurs at a much higher speed and with a thinner bumper. A spiral fracture is characteristic of torsion, and an impacted longitudinal fracture is characteristic of axial loading.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104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motorcycle with a sidecar collided with another vehicle. Which complex of injuries is characteristic of the passenger in the sidecar?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Streak-like abrasions and contused wounds on the anterior and medial surfaces of the lower leg and thigh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Abrasions and wounds between the first and second fingers of the palm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Injuries to the ankle and knee joints, and chest and abdominal injuries from striking the upper edge of the sidecar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Near-complete separation of the head from striking a wire, with the rest of the body intact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Injuries to the ankle and knee joints, and chest and abdominal injuries from striking the upper edge of the sidecar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passenger in the sidecar sustains injuries to the ankle and knee joints, and chest and abdominal injuries from striking the upper edge of the sidecar. Streak-like abrasions on the lower leg and thigh, as well as marks from the handlebar lever on the palm, are characteristic of the driver. Separation of the head by a wire is a special case.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70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rail vehicle wheel has completely divided the body in two. The compression strip on the wheel side is also split in two: the narrow part is 2-3 cm, the wide part is 5-10 cm. In which area of the body is the wide part located?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area of the body between the rails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area passed over by the rail head, along the line of separation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the edge of the body on the side from which the wheel left the body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area of the body outside the rail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 the area of the body outside the rail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the body is completely separated, the compression strip on the wheel side is divided into two parts. The narrow part (2-3 cm) is located between the rails, and the wide part (5-10 cm) is located outside the rail. The other options do not match this distribution.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73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person fell backwards from a standing position and struck a hard surface with the occipital protuberance. Where is the brain contusion mainly expected?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beneath the occipital region, at the site of impact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brainstem and pons, regardless of the site of impact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Mainly in the zone opposite the site of impact (the contrecoup zone)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Equally in both hemispheres, regardless of the site of impact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Mainly in the zone opposite the site of impact (the contrecoup zone)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fall backwards (supine), with a closed head injury, the brain contusion is usually located in the contrecoup zone. Therefore, the point of impact and the site of brain damage do not coincide. The other options contradict this regularity.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205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person standing in front of an operating turbine-engine aircraft was caught in the suction effect of a strong air stream. What injuries might the examination expect?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Mechanical and thermal injuries from a gas stream heated up to 500-600 degrees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Fractures of the limbs from compression against the edge of the engine's air intake, liver crush, pulmonary barotrauma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Multiple injuries resembling chop wounds from propeller blades, amputation of the head and arms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Severe injuries of the upper body from the leading edge of the wing, amputation of the head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Fractures of the limbs from compression against the edge of the engine's air intake, liver crush, pulmonary barotrauma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There is a strong suction effect in front of an operating engine. The person is drawn into the air intake and compressed against its leading edge, resulting in fractures of the limbs, liver crush and pulmonary barotrauma. Mechanical and thermal injuries are characteristic of those standing behind the engine, and propeller and wing injuries are characteristic of other external parts.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144-145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Mechanical injuries. Transport trauma. · Automatic translation — unrevi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3. Transport travmasi</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Yiqilish va transport jarohatlari; bet 202-229</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III bo‘lim (7-9-boblar). Umumiy travmatologiya; o‘tmas predmetlardan jarohatlar; bet 68-91</a:t>
            </a:r>
          </a:p>
          <a:p>
            <a:pPr>
              <a:spcAft>
                <a:spcPts val="1200"/>
              </a:spcAft>
            </a:pPr>
            <a:r>
              <a:rPr sz="1800">
                <a:solidFill>
                  <a:srgbClr val="1F2937"/>
                </a:solidFill>
                <a:latin typeface="Calibri"/>
              </a:rPr>
              <a:t>▸  Iskandarov A.I., Qo‘ldoshev D.R. Sud tibbiyoti (tibbiyot instituti talabalari uchun), Toshkent (egasi taqdim etgan; yopiq foydalanish). . VII-VIII-boblar. Transport va aviatsion jarohat; bet 97-148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