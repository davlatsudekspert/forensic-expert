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Newborn infant</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On macroscopic examination of the body of a live-born newborn, at the level of which ribs is the dome of the diaphragm located?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 the level of ribs IV–V</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 the level of ribs VIII–IX</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the level of ribs VI–VII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the level of ribs II–III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At the level of ribs VI–VII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Lungs that have breathed almost fill the thoracic cavity and push the diaphragm downward, so the dome lies at the level of ribs VI–VII. The level of ribs IV–V is characteristic of a stillborn infant. The remaining options are not found in the textbook.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260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a newborn breathes, circulation in the lungs begins. By how much does the lung weight approximately increase as a result?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Up to 85–90 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Up to 55–60 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Up to 120–130 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Up to 70–75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Up to 85–90 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weight of a lung that has not breathed is 55–60 g; after breathing, because circulation has begun, it reaches 85–90 g. 55–60 g is the value for a lung that has not breathed. The other figures are not given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260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On microscopic examination, which description is correct for the lung of an infant that has not breathed (stillborn)?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Alveoli expanded, epithelium flat, capillaries engorged with blood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Alveoli expanded, septa thin, elastic fibers evenly arranged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Alveoli not expanded, epithelium flat, septa thick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Alveoli not expanded, epithelium cuboidal, septa thick, no blood in the capillaries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Alveoli not expanded, epithelium cuboidal, septa thick, no blood in the capillaries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lung that has not breathed, the alveoli are not expanded, the epithelium is cuboidal, the septa are thick, the elastic fibers are bundle-like, and there is no blood in the capillaries. The first and second options are characteristic of a lung that has breathed. In the third option, the shape of the epithelium is stated incorrectly.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261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umbilical cord length submitted with the body is 42 cm and the placental weight is 340 g. According to the table, which month of fetal life does this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 month of fetal life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 month of fetal life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VIII month of fetal life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 month of fetal life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VII month of fetal life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table lists an umbilical cord length of 42 cm and a placental weight of 340 g for the VII month of fetal life. In the VI month these figures are 38 cm and 250 g, in the VIII month 46 cm and 410 g, and in the IX month 47 cm and 470 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the bones of the cranial vault are fractured in birth trauma, which feature helps to distinguish this injury from other types of injury?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fracture occurs only in the frontal bone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Intracranial hemorrhage is never observed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No external injuries, including wounds, are formed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fracture is always comminuted with a deep depression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No external injuries, including wounds, are formed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birth trauma the bones may be fractured, but no wound or other external injury appears in the soft tissues. Fractures most often occur in the parietal bones and may be accompanied by intracranial hemorrhage. Therefore the other options are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265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Simpson's Forensic Medicine, what conclusion can be drawn if the lung or a piece of it sinks in water in the lung flotation test?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infant did not breathe enough to expand the lungs; it may have been stillborn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infant was definitely stillborn and never breathed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infant was live-born and always developed secondary atelectasis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test is invalid in this case, because sinking is caused by putrefactive gases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infant did not breathe enough to expand the lungs; it may have been stillborn</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According to the source, sinking shows only that the infant did not breathe enough to expand the lungs and is consistent with the possibility of stillbirth. The opposite has not been proven, because the lungs of stillborn infants sometimes float. For this reason the test is considered unreliable in distinguishing live birth from stillbirth, but sinking does not give the firm conclusion that the infant was 'definitely stillborn'.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67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examining the body of a fetus, in which month of fetal life does the ossification center in the lower femoral epiphysis (Beclard's nucleus) usually appear?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the VII month of fetal life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the VIII month of fetal life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the IX month of fetal life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the X month of fetal life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In the IX month of fetal life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ossification center in the lower femoral epiphysis appears in the IX month of fetal life. The center in the calcaneus forms much earlier (in the V month), and the center in the talus forms in the VII month, so the VII and VIII options are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World Health Organization (WHO) recommendations, which of the following is a criterion of live birth?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Presence of umbilical cord pulsation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Presence of a cheese-like coating on the skin surface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Retention of meconium in the large intestine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Presence of the mother's blood stains on the body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Presence of umbilical cord pulsation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WHO has accepted breathing outside the mother's body, heartbeat, umbilical cord pulsation, or voluntary movements as criteria of live birth. The cheese-like coating (vernix caseosa), meconium, and blood stains are signs indicating that the infant is newborn, not that it was live-born.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259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which of the following situations is the use of the gastrointestinal (Breslau) test to determine live birth not recommended?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If the body was stored in the cold and is fully thawed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If milk was found in the stomach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If a demarcation ring has formed on the umbilical cord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If the body is putrefied and putrefactive gases have formed in the intestines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If the body is putrefied and putrefactive gases have formed in the intestines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Putrefactive gases also fill the stomach and intestines and give a false-positive result in the test. For this reason, this test is not used on a putrefied body (just as in a case of artificial respiration). The other options do not limit the test.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260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For hyaline membranes to form in the alveoli, how long must the infant live outside the mother's body at minimum?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 least 1-2 hours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10-15 minutes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least 5-6 hours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least one day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At least 1-2 hours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Hyaline membranes are usually found in infants who lived for several hours, and at least 1-2 hours are needed for their formation. 5-6 hours is the period required for secondary atelectasis of the lungs to develop, and one day is the period of formation of the demarcation ring.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264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is the radiological test proposed by Dillon (1939) not used in current forensic medical examination practice?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test provides information only on the lungs of stillborn infants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test does not allow determination of lung weight, because X-rays are unsuitable for this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Lungs that have breathed cannot be distinguished from cases of artificial ventilation and putrefactive gases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test is intended only for determining the gestational age of the fetus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Lungs that have breathed cannot be distinguished from cases of artificial ventilation and putrefactive gases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X-ray shows air in the lungs, stomach and intestines, but it cannot be distinguished from true respiration, artificial ventilation or putrefactive gases. Together with the need for special equipment and limited capabilities, the method fell out of use.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260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legislation of England and Wales, what presumption is initially applied to a dead infant that has been found?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All dead infants are considered to have been born alive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All dead infants are presumed to have been stillborn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those who died after 24 weeks are considered stillborn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mother's testimony automatically determines the circumstances of birth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All dead infants are presumed to have been stillborn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Under the legal presumption, a dead infant is considered stillborn, so the burden of proving that it was born alive and had a separate existence falls on the prosecution and the pathologist. The other options contradict this rule.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66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Under the 1938 Infanticide Act (the law on killing of an infant) of England and Wales, how old must the child be for the mother's crime to be assessed as "infanticide"?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Within the first 24 hours after birth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Within the first 28 days after birth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It must be younger than 12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Its gestational age must be greater than 24 weeks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It must be younger than 12 months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law covers a mother killing her own child before the age of 12 months. In this case, the mother's mental state must have been disturbed after childbirth or by the effect of lactation. 24 weeks is the threshold in the definition of stillbirth, so it should not be confused with the age limit for infanticide.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66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Vent-Vreden ear test, when the tympanic cavity is opened under water and no air is found in it, only mucus, what does this indicate?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That the infant was stillborn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That the infant lived for several hours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That putrefactive gases have formed in the corpse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That artificial respiration was given to the infant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That the infant was stillborn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the first respiratory movements, air passes through the auditory tube into the tympanic cavity. The presence of only mucus without air shows that no breathing occurred and is considered a sign of stillbirth. In the other options, the presence of air or gas would have to be expected.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Пиголкин Ю.И., Баринов Е.Х., Богомолов Д.В., Богомолова И.Н., Судебная медицина: учебник для вузов, 33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which area does putrefaction begin, distinguishing the corpse of a live-born infant from that of a stillborn infant?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both cases it begins from the anterior abdominal wall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In the live-born from the natural orifices, in the stillborn from the respiratory organs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the live-born from the umbilical stump, in the stillborn from the scalp</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In the live-born from the respiratory organs, in the stillborn from the natural orifices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In the live-born from the respiratory organs, in the stillborn from the natural orifices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an infant that has breathed, putrefaction usually begins from the respiratory organs. In a stillborn infant, it begins from the area of the natural orifices. The second option gives this order reversed, and the others are not found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260-261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Ossification centers were found in the calcaneus and talus of a fetal corpse, while the distal femoral epiphysis (Béclard nucleus) has no center. Assuming there were no pathological factors during pregnancy, which range does the gestational age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Before the V fetal month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From the VII fetal month, before the IX month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After the IX fetal month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Only the X fetal month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From the VII fetal month, before the IX month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center appears in the calcaneus in the V month, in the talus in the VII month, and in the distal femoral epiphysis in the IX month. A center in the talus indicates an age of at least VII months, while the absence of a center in the femoral epiphysis means it was before the IX month. It should also be remembered that pathology can delay the centers.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body length of the fetus is 35 cm. Using the Baltazar-Derve index (5.6), what is the gestational age in days?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196 days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175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210 days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224 days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196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index is 5.6 and is multiplied by the body length: 35 × 5.6 = 196 days, i.e. 7 fetal months. 175 days results from multiplying by 5, 210 days from multiplying by 6, and 224 days corresponds to a length of 40 cm.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lungs of a newborn corpse found after a cephalic (head-first) delivery are fully expanded and filled with air. On this basis, can the pathologist conclude definitively that the infant achieved "independent existence" (a separate life after the completion of delivery)?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Yes, breathing is considered absolute proof of independent existence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No, independent existence is determined only by the heartbeat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No, the newborn can breathe after the head and chest are born, even before the lower body is born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Yes, if the gestational age exceeds 24 weeks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No, the newborn can breathe after the head and chest are born, even before the lower body is born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cephalic delivery, the newborn can breathe after the head and chest have emerged, even while the lower part of the body is still within the mother's body. Therefore, having breathed does not fully prove independent existence. Gestational age does not resolve this question, and the heartbeat is not the only criterion.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66-67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England and Wales, an infant born at 26 weeks of gestation did not breathe after being fully expelled from the mother's body, but umbilical cord pulsation was observed. Is this case assessed as stillbirth (mortinatal)?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No, because umbilical cord pulsation is also a sign of live birth, so this case does not fall under the definition of stillbirth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Yes, because a child that has not breathed is always considered stillborn even if it is over 24 weeks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Yes, because live birth is proven only by breathing and heartbeat, and umbilical cord pulsation is not taken into account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No, because such a case is not a stillbirth but an event determined solely by the parents' testimony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No, because umbilical cord pulsation is also a sign of live birth, so this case does not fall under the definition of stillbirth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England and Wales, a stillborn child must be over 24 weeks, must not have breathed after being fully expelled, and must have shown no sign of life. Signs of life include, besides breathing and heartbeat, movement, crying and umbilical cord pulsation, so this child is considered born alive.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65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circumference of the fetal head is 30.6 cm. By the method of I. Yakupov (dividing the circumference by 3.4), how many fetal months is the gestational age?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 fetal months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9 fetal months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 fetal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 fetal months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9 fetal months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Yakupov method, the head circumference is divided by 3.4: 30.6 : 3.4 = 9, i.e. 9 fetal months. The other options do not correspond to the result of this division.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body of a newborn with no signs of putrefaction or artificial respiration, the stomach and the entire small intestine are filled with air, while no air was found in the large intestine. Approximately how long did the infant live after birth?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Less than 3 hours, because air is still only in the stomach at that point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few minutes, because the lungs are only partially expanded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About 5–6 hours, because air has filled the small intestine but has not yet passed into the large intestine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More than one day, because air passes into the intestines only at the end of the day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About 5–6 hours, because air has filled the small intestine but has not yet passed into the large intestine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air is in the stomach, the infant lived less than 3 hours; by 5–6 hours air fills the small intestine, and after 6 hours it passes into the large intestine. Therefore, a full small intestine with an empty large intestine corresponds to approximately 5–6 hours.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264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skull fracture was found in a four-month-old infant who is not yet mobile. The caregivers explain that the child fell from a standard bed (mattress height about 60 cm) onto a carpeted floor. According to the available research data, how should this explanation be assessed?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explanation is consistent: a fall from 60 cm is usually sufficient to cause a skull fracture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explanation is consistent: carpet amplifies the surface impact and frequently causes fractures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explanation is suspicious only if the fracture involves multiple bones; it is consistent with a fracture of a single bone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explanation is likely inconsistent with the injury, because in passive falls onto carpet, fractures in cadaveric infants begin at about 80 cm; abuse must be excluded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explanation is likely inconsistent with the injury, because in passive falls onto carpet, fractures in cadaveric infants begin at about 80 cm; abuse must be excluded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experiments with infant cadavers, skull fractures from passive falls onto a carpeted floor were observed only from a height of at least 80 cm, whereas a bed mattress is at about 60 cm. Therefore, such an explanation is implausible, and the possibility that the child is a victim of abuse must be investigated thoroughly and from multiple perspectives.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71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three-month-old infant was put to bed healthy in the evening and was found dead in the morning. A full autopsy revealed no other cause, only petechial hemorrhages on the surface of the pleura, epicardium, and thymus. How is this finding interpreted?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These hemorrhages are an agonal phenomenon and do not prove mechanical asphyxia; a case with no identified cause is considered sudden infant death syndrome (SIDS)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These hemorrhages are a pathognomonic sign of mechanical asphyxia, so the cause of death is recorded as asphyxia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These hemorrhages occur only in stillborn infants, and if found in a live-born child they indicate birth trauma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These hemorrhages are not observed in sudden death, so the diagnosis of SIDS is immediately excluded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These hemorrhages are an agonal phenomenon and do not prove mechanical asphyxia; a case with no identified cause is considered sudden infant death syndrome (SIDS)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Intrathoracic petechial hemorrhages are found in about 70 percent of SIDS cases; they were previously misinterpreted as a sign of asphyxia, but are now considered an agonal phenomenon. SIDS is diagnosed when no cause is identified even after a complete investigation.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69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During the examination of an infant's body, the investigator asked the expert: "Did the mother kill the infant intentionally, or was it an accident?" What is the correct course of action for the expert?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Based on the injuries on the body, the expert should categorically confirm that the mother acted intentionally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expert should state in writing that this question is outside their competence, and provide a conclusion on the cause of death and the mechanism of the injuries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expert should answer the question in probabilistic terms, indicating approximately that intent was present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expert should halt the examination and require the investigator to reformulate the question in medical terms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 expert should state in writing that this question is outside their competence, and provide a conclusion on the cause of death and the mechanism of the injuries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manner of death (homicide, suicide, accident) and the question of intent are legal, not medical, questions and lie outside the expert's specialized knowledge. The expert states in writing that they cannot answer such a question, and gives their conclusion on the cause of death and the injuries.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Пиголкин Ю.И., Баринов Е.Х., Богомолов Д.В., Богомолова И.Н., Судебная медицина: учебник для вузов, 10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body of a fetus was found in a remote area. There are abrasions and bruises in the face and neck regions and tears at the corners of the mouth; no fractures of the cranial vault bones or external wounds were found. Which mechanism do these injuries best fit?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Birth trauma from prolonged compression of the head in a narrow pelvis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Intrauterine asphyxia due to umbilical cord wrapped around the neck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Self-assistance by the woman giving birth, using her own hands to speed up delivery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Blood loss due to premature placental abruption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Self-assistance by the woman giving birth, using her own hands to speed up delivery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Abrasions and bruises on the face and neck and tears at the corners of the mouth are the typical appearance of injuries inflicted on the fetus when the mother assists herself during delivery. Birth trauma, by contrast, involves fractures of the skull bones and intracranial hemorrhages. Intrauterine asphyxia and placental abruption leave no external injuries.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265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Lanugo hairs were found in the meconium of a fetal body (Shibkov–Markovin sign). According to this sign, what is the minimum month of gestation the fetus is considered to have reached?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VIII month of gestation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V month of gestation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VII month of gestation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IX month of gestation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VIII month of gestation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presence of lanugo hairs in the meconium shows that the fetus swallowed amniotic fluid containing lanugo. The swallowing reflex appears in the VIII month of gestation, so the fetus was at least that age. The V month is associated with the skin sebaceous glands, the VII month with the talus, and the IX month with the ossification center of the distal femoral epiphysis; this sign does not indicate any of these.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X-ray of the body of a five-month-old infant revealed callus (traces of bone healing) in the form of "rosary beads" on the posterior ribs, along a line adjacent to the vertebrae. The parents say the child was resuscitated once. How is this finding assessed?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result of compression of the anterolateral chest during resuscitation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sign consistent with repeated forceful squeezing of the chest by adult hands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typical consequence of the child falling from a bed onto a carpeted floor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Healing of an old injury from birth trauma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 sign consistent with repeated forceful squeezing of the chest by adult hands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"rosary" picture of callus on the posterior ribs shows that the chest was repeatedly and forcefully compressed in the anteroposterior direction by adult hands. Such posterior fractures are biomechanically improbable in resuscitation, and anterolateral fractures are rare. A fall and birth trauma do not fit this picture.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71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body of a delivered fetus, the skin is detached over a wide area and has turned a pink-brown color, the tissues are soft and slippery, and the skull bones overlap one another. At what time do these signs of maceration indicate that death occurred?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few hours before the onset of labor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During the labor process itself, while the child was being born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the first minutes after birth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More than two days before delivery, inside the uterus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More than two days before delivery, inside the uterus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Maceration develops from a combination of early decomposition and the effect of fluid when the fetus dies more than approximately two days before birth. Such signs are not present when death occurs during labor or a few hours before it. In a child born alive who died later, decomposition looks different.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65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court case, an infant was found to have encephalopathy, subdural hemorrhage, and retinal hemorrhage, with no sign of a direct blow to the head. What conclusion is correct regarding this "triad of shaken baby syndrome"?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triad by itself proves an injury caused by intentional shaking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presence of the triad does not by itself provide a conclusion; all circumstances are assessed by a multidisciplinary team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retinal hemorrhages are insignificant and do not need to be evaluated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If there is no sign of impact, the head injury is considered a natural disease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 presence of the triad does not by itself provide a conclusion; all circumstances are assessed by a multidisciplinary team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triad has been recognized by the Court of Appeal, but it does not by itself lead to a conclusion of violently inflicted head injury. Before explanations other than abuse are excluded, all aspects of the case and the eye findings must be assessed by a multidisciplinary team. The other options contradict this.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72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examination of the body of a child under two years of age, a torn labial frenulum was found as the only finding. There are no other signs of injury. What is the correct approach to this finding?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diagnosis of abuse is not made on the basis of a torn frenulum alone; the intraoral tissues are examined, and a dentist's opinion is obtained in case of anomalies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This sign is a specific sign of abuse, and no further examination is required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torn frenulum occurs only from a fall, so abuse is excluded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This injury is formed only from a pacifier or bottle being forced in, so the caregiver is to blame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A diagnosis of abuse is not made on the basis of a torn frenulum alone; the intraoral tissues are examined, and a dentist's opinion is obtained in case of anomalies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abuse, a tangential blow or an object forced into the mouth can tear the frenulum. However, the available data do not support a diagnosis based on an isolated torn labial frenulum. Therefore, the intraoral tissues are examined and, if necessary, a dentist's opinion is obtained.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72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Newborn infant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10. Homila va yangi tug'ilgan go'daklar murdasi</a:t>
            </a:r>
          </a:p>
          <a:p>
            <a:pPr>
              <a:spcAft>
                <a:spcPts val="1200"/>
              </a:spcAft>
            </a:pPr>
            <a:r>
              <a:rPr sz="1800">
                <a:solidFill>
                  <a:srgbClr val="1F2937"/>
                </a:solidFill>
                <a:latin typeface="Calibri"/>
              </a:rPr>
              <a:t>▸  Payne-James J., Jones R., Karch S.B., Manlove J. Simpson's Forensic Medicine, 13th ed.. 2011. Chapter 7. Deaths and injury in infancy, pp. 65–75</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2-modul. Tanatologiya, hodisa joyi, murda ekspertizasi, yangi tug‘ilgan chaqaloq; bet 41-100</a:t>
            </a:r>
          </a:p>
          <a:p>
            <a:pPr>
              <a:spcAft>
                <a:spcPts val="1200"/>
              </a:spcAft>
            </a:pPr>
            <a:r>
              <a:rPr sz="18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Kirish, 1-5-boblar: fan, protsessual asos, usullar, tarix, ekspertiza ob’ektlari (kitob beti 5-66) (1/2); bet 5-55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