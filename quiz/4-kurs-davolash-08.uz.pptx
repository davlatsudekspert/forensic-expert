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№4. Ma’ruza: Kislorod tanqisligi natijasida organizmning jarohatlanishi va o‘lim.</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Bolalar uchun havodagi karbonat angidrid konsentratsiyasining qaysi darajasi hayot uchun xavf tug‘diradi?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0,5% ga yetganda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2,0–2,5% ga yetganda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5,0–6,0% ga yetganda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8–10% ga yetganda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2,0–2,5% ga yetganda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Bolalarda xavfli daraja 2,0–2,5%. 0,5% da esa faqat nafas maromi tezlashadi va o‘pka ventilyatsiyasi kuchayadi. 8–10% kattalarda o‘limga olib keladigan daraja.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130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Mexanik asfiksiyadan o‘lim holatlarining taxminan qancha qismini osilish tashkil 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30–35%</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45–50%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65–70%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85–90%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65–70%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Osilish mexanik asfiksiyaning eng ko‘p uchraydigan turi bo‘lib, asfiksiyadan o‘lim holatlarining 65–70% ini tashkil etadi. Boshqa variantlar bu ulushni kam yoki ortiqcha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111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Asfiktik (“quruq”) cho‘kishda suv traxeya va bronxlarga o‘tmaydi. Buning asosiy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Retseptorlar ta’sirlanishidan hiqildoq spazmi yuz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Yo‘tal refleksi kuchayib, suv butunlay chiqarib yuboriladi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Til osti suyagi sinib, traxeya yopilib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Alveolalar devori yorilib, suv bevosita qonga o‘tadi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Retseptorlar ta’sirlanishidan hiqildoq spazmi yuz beradi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Asfiktik cho‘kishda retseptorlar ta’sirlanishi hiqildoqning spazmiga olib keladi va suv pastki nafas yo‘llariga o‘tmaydi. Suvning alveolalar orqali qonga o‘tishi chin cho‘kishga xos. Til osti suyagi sinishi bu mexanizmga aloqador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121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Asfiktik cho‘kishda laringospazm tufayli suv ko‘proq oshqozonga o‘tadi (Fegerlund belgisi). Oshqozonda eng ko‘pi bilan taxminan qancha suv aniqlanishi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100 ml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300 ml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500 ml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 l gacha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1 l 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Asfiktik cho‘kishda suv nafas yo‘llariga o‘tolmagani uchun oshqozonda 1 l gacha suv topilishi mumkin. Chin cho‘kishda bu ko‘rsatkich 300 ml gacha. Shu sababli 300 ml chalg‘ituvchi variant.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Murda suvda 2–3 hafta bo‘lgach, qo‘l va oyoq kaftlarining terisi timoqlar bilan birga ajralib qoladi. Bu belgi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“kir yuvuvchi qo‘li”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 qo‘lqopi”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“g‘oz terisi”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“mis sim belgisi”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“o‘lim qo‘lqopi”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2–3 haftadan so‘ng teri timoqlar bilan “o‘lim qo‘lqopi” va “o‘lim paypog‘i” tarzida ajraladi. “Kir yuvuvchi qo‘li” bundan oldingi, bir necha kun ichidagi bosqichni bildiradi. “G‘oz terisi” sovuq suvda teri mushaklari qisqarishidan hosil bo‘ladi. “Mis sim belgisi” esa yumshoq sirtmoq izi.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127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nafas yo‘llarida qusuq moddalari topildi. Quyidagilardan qaysi biri bu moddalarning hayotiy aspiratsiya natijasi ekanini, ya’ni o‘limdan keyin tushmaganini ko‘proq tasdiqlaydi?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Massaning og‘iz bo‘shlig‘ida ham topilishi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Massaning faqat hiqildoqda oz miqdorda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Massaning kichik bronxlar va alveolalargacha yetib borishi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Massaning chirish gazlari bilan birga aniqlanishi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Massaning kichik bronxlar va alveolalargacha yetib borishi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Reanimatsiya, murdani tashish yoki chirish paytida nafas yo‘llariga tushgan massa nisbatan oz bo‘ladi va kichik bronxlar, alveolalarda topilmaydi. Hayotiy aspiratsiyada esa u mayda bronxlar va alveolalargacha kirib boradi. Boshqa variantlar hayotiylikni isbotlamaydi.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120-121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tekshiruvida strangulyatsion egat sohasidan olingan teri laxtagi teri osti yog‘idan tozalanib, ikki predmet oynachasi orasida o‘tuvchi yorug‘likda ko‘rildi. Egat burmachasi sohasida to‘laqonlik va qon quyilishlar topildi. Bu topilma nimadan dalolat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Egat o‘limdan keyin murdaga sirtmoq solinishi natijasida hosil bo‘lganini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Sirtmoq qattiq materialdan tayyorlanganini va tugun orqada joylashganini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Egat hayotiy, ya’ni tirik paytda yetkazilganini (Bokarius sinamasi)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Egat faqat tana massasi ta’sirida, ya’ni to‘liq osilishda hosil bo‘lganini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Egat hayotiy, ya’ni tirik paytda yetkazilganini (Bokarius sinamasi)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quyilishlar va to‘laqonlik qon aylanishi saqlangan paytda hosil bo‘ladi, shuning uchun Bokarius sinamasi egatning hayotiyligini ko‘rsatadi. Boshqa variantlar sirtmoq turi, tugun joyi yoki osilish turiga oid bo‘lib, bu sinama bilan aniqlanmaydi.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Asfiktik cho‘kishda murdada yurakning havo emboliyasini aniqlash uchun Sunsov sinamasi o‘tkaziladi. Bu sinamada nima qilinadi?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Skalpelning uchi bilan yurakning chap qorinchasi teshiladi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Skalpelning uchi bilan yurakning o‘ng qorinchasi teshiladi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O‘pka arteriyasi suv ostida kesilib, ajralgan gaz aniqlanadi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Yurak qopi suyuqlik bilan to‘ldirilib, chap bo‘lmacha bosiladi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Skalpelning uchi bilan yurakning chap qorinchasi teshiladi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Asfiktik cho‘kishda havo o‘pka venalari orqali yurakning chap kameralarida to‘planadi, shu sababli chap qorincha teshiladi. Mexanik jarohatlardagi havo emboliyasini tekshirishda esa odatda o‘ng qorincha teshiladi, bu sinamaning farqi shunda.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Dengiz suvida cho‘kkanda sho‘r suvning osmotik bosimi qonnikidan ancha baland bo‘ladi. Shu sababli qonda qanday o‘zgarish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Gemodilyusiya va eritrotsitlarning osmotik gemolizi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Chap qorincha qonining o‘ng qorinchadagidan ochroq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Qonning suyulishi va murda dog‘larining pushti tusga kirishi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Gipovolemiya va qonning quyuqlashuvi (gemokonsentratsiya)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Gipovolemiya va qonning quyuqlashuvi (gemokonsentratsiya)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Sho‘r suvda alveoladagi suv qonga o‘tmaydi, aksincha qonning suyuq qismi alveolaga chiqadi, elektrolitlar esa qonga o‘tadi. Natijada qon quyuqlashadi. Qolgan variantlar chuchuk suvda chin cho‘kishga xos o‘zgarishlardir.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Kompression asfiksiyada qisilish uzoq davom etganda o‘pka to‘qimasi yorqin qizil tusga kirib, “karmin shishishi” (Lakkasan belgisi) rivojlanadi. Bu holat nima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O‘pkada fibrinogenaza fermenti faolligining oshib ketishi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Kuchsiz nafas olishda o‘pkada kislorodga to‘yingan qonning ko‘proq to‘planib qolishi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Alveolalararo to‘siqlar yorilib, o‘pka venalariga havo o‘tishi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Suv alveolalarga o‘tib, eritrotsitlarning gemolizga uchrashi bilan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Kuchsiz nafas olishda o‘pkada kislorodga to‘yingan qonning ko‘proq to‘planib qolishi bilan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Qisilish uzoq davom etganda nafas kuchsiz bo‘ladi, o‘pkada boshqa a’zolarga qaraganda kislorodga to‘yingan qon ko‘proq qolib, to‘qima yorqin qizil tusga kiradi. Boshqa variantlar boshqa jarayonlarni (qonning suyuqligi, havo emboliyasi, cho‘kishdagi gemoliz) tushuntiradi.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129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Bo‘yinni qo‘l bilan bo‘g‘ish natijasida o‘lgan shaxs murdasida tashqi va ichki jarohatlar o‘zaro qanday nisbatda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Tashqi va ichki jarohatlar bir xil darajada yaqqol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Tashqi jarohatlar ichkilarga nisbatan har doim ko‘lamliroq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Ichki jarohatlar bo‘lmaydi, faqat teri ostida qontalashlar uchraydi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Ichki jarohatlar tashqiga nisbatan yaqqolroq va ko‘lamliroq bo‘ladi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Ichki jarohatlar tashqiga nisbatan yaqqolroq va ko‘lamliroq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Qo‘l bilan bo‘g‘ishda til osti suyagi va hiqildoq tog‘aylari sinishi, yumshoq to‘qimalarga qon quyilishi kabi ichki o‘zgarishlar terida ko‘rinadigan qontalash va shilinmalardan kuchliroq bo‘ladi. Yumshoq jism ustidan bo‘g‘ilganda tashqi izlar umuman bo‘lmasligi ham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118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Hushsiz shaxs cheklangan bo‘shliqqa tushib qolib, boshi uzoq vaqt oldinga bukilgan holatda qoldi va pozitsion asfiksiyadan vafot etdi. Murda bo‘ynidagi qaysi holat bunga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Strangulyatsion egat bo‘lmaydi, til osti suyagi va hiqildoq tog‘aylari shikastlanmaydi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Gorizontal, tutashgan egat bo‘lib, til osti suyagi shoxchalari sinadi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Qiyshiq-vertikal egat bo‘lib, uyqu arteriyasi intimasi ko‘ndalang yoriladi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Qalqonsimon tog‘ay sathida chuqur egat va tirnoq izli shilinmalar bo‘ladi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Strangulyatsion egat bo‘lmaydi, til osti suyagi va hiqildoq tog‘aylari shikastlanmaydi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Pozitsion asfiksiyada bo‘yinda haqiqiy strangulyatsion egat hosil bo‘lmaydi, faqat bukilish burmasi unga o‘xshashi mumkin. Til osti suyagi va hiqildoq tog‘aylari ham shikastlanmaydi. Boshqa variantlar sirtmoq yoki qo‘l bilan bo‘g‘ishga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119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Chin cho‘kishda visseral plevra ostida Tarde dog‘lariga nisbatan kattaroq, chetlari yoyilgan pushti-qizg‘ish qon quyilishlar (Rasskazov-Lukomskiy-Paltauf dog‘lari) topiladi. Ular qanday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Ekspirator hansirash vaqtida plevra bo‘shlig‘idagi bosim ortib, tomirlar yorilishidan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Inspirator hansirashda paydo bo‘lgan qon quyilishlarning laringospazm ta’sirida kengayishidan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Inspirator hansirash bosqichidagi Tarde dog‘larining terminal nafas bosqichida suv bilan gemolizga uchrashidan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Qobirg‘alarning bosilishi natijasida o‘pka bo‘laklari oralig‘iga qon ketishidan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Inspirator hansirash bosqichidagi Tarde dog‘larining terminal nafas bosqichida suv bilan gemolizga uchrashidan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Dastlab inspirator hansirashda oddiy Tarde dog‘lari hosil bo‘ladi. Terminal nafas bosqichida alveolalardan o‘tgan suv ulardagi qonni gemolizga uchratadi, shu sababli dog‘lar kattalashib, och pushti tusga kiradi va chegarasi yoyiladi. Boshqa variantlar bu mexanizmni tushuntirmaydi.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122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Osilishda sirtmoq tuguni atipik (old yoki yon sohada) joylashganda oshqozondagi massaning nafas yo‘llariga aspiratsiyasi kuzatilishi mumkin. Buning sababi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Qizilo‘ngach to‘liq berkilmaydi va adashgan nervning ta’sirlanishi qusishni keltirib chiqaradi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Qizilo‘ngach sirtmoq bilan to‘liq berkiladi va oshqozon massasi bosim ostida chiqib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Til osti suyagi sinib, hiqildoq kirish qismi ochiq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Uyqu arteriyalarining qisilishi natijasida bosh miyada shish rivojlanadi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Qizilo‘ngach to‘liq berkilmaydi va adashgan nervning ta’sirlanishi qusishni keltirib chiqaradi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Atipik tugunda qizilo‘ngach to‘liq yopilmaydi, adashgan nerv ta’sirlanadi va qusish paydo bo‘ladi, massa esa nafas yo‘llariga aspiratsiya bo‘ladi. Qizilo‘ngachning to‘liq berkilishi bu holatga xos emas. Til osti suyagi sinishi va miya shishi aspiratsiyani tushuntirmaydi.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113-114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Osilishda bo‘yinning cho‘zilishi bilan bog‘liq belgilardan qaysi biri to‘sh-o‘mrov-so‘rg‘ichsimon mushakning pastki uchida qon quyilish va yorilishni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Amyuss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Martin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Simon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Valxer belgisi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Valxer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To‘sh-o‘mrov-so‘rg‘ichsimon mushakning pastki uchidagi qon quyilish va yorilish Valxer belgisi deyiladi. Amyuss belgisi uyqu arteriyasi intimasining ko‘ndalang yorilishi, Martin belgisi arteriyaning tashqi qavatiga qon quyilish, Simon belgisi esa bo‘yin umurtqalararo disklariga qon quyilishdir.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Bo‘yinni qo‘l bilan bo‘g‘ishda jabrlanuvchi bo‘ynining har tarafida old yuzada 2-4 tadan, orqa yuzada esa bittadan qontalash va shilinma topildi. Bo‘g‘ish qaysi usulda amalga oshirilgan bo‘lishi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Old tomondan ikki qo‘l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Orqa tomondan ikki qo‘l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Old tomondan bir qo‘l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Yumshoq jism ustidan elka yoki bilak bilan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Orqa tomondan ikki qo‘l bilan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Orqa tomondan ikki qo‘l bilan bo‘g‘ilganda bo‘yinning har tarafida old yuzada 2-4 tadan, orqa yuzada bittadan iz qoladi. Old tomondan ikki qo‘l bilan bo‘g‘ishda aksincha bo‘ladi: old yuzada bittadan, orqa yuzada 2-4 tadan. Yumshoq jism ustidan yoki elka, bilak bilan qisishda tashqi izlar kam bo‘ladi yoki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118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Tana massasi 70 kg bo‘lgan shaxs tizzalariga tayanib osilgan. Tizzalarga tayanib osilishda sirtmoq tana massasining 20%iga teng kuch bilan tortiladi. Sirtmoq taxminan qancha kuch bilan tortiladi?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14 kg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7 kg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35 kg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 kg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14 kg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70 kg ning 20% i 14 kg ni tashkil qiladi. 7 kg (10%) va 35 kg (50%) noto‘g‘ri hisoblar. 4-5 kg esa yotgan holatdagi osilishda sirtmoqni tortuvchi boshning massasiga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112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Ko‘ldan chiqarilgan murdada yurakning chap kameralaridagi qon o‘ng tomondagidan ochroq, chap kameralar endokardi qizg‘ish, qorin bo‘shlig‘ida taxminan 100 ml erkin suyuqlik va plevra ostida chetlari yoyilgan pushti-qizg‘ish qon quyilishlar bor. Bu manzara qaysi holatga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Dengiz suvida chin cho‘kishga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Chuchuk suvda asfiktik cho‘kishga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Chuchuk suvda chin cho‘kishga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Suvdagi to‘satdan (sinkopal) o‘limga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Chuchuk suvda chin cho‘kishga</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Chuchuk suvda chin cho‘kishda suv alveolalar orqali qonga o‘tib, qonni suyultiradi va gemoliz chaqiradi. Shu sababli chap qorincha qoni ochroq bo‘ladi, endokard qizaradi, seroz bo‘shliqlarda suyuqlik to‘planadi va yoyilgan chetli dog‘lar hosil bo‘ladi. Dengiz suvida qon quyuqlashadi va bu dog‘lar paydo bo‘lmaydi. Asfiktik cho‘kishda suv alveolalargacha yetmaydi, sinkopal o‘limda esa asfiksiya belgilari rivojlanib ulgurmaydi.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122-123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Ko‘ldan chiqarilgan murdada o‘pkalar keskin emfizemali, hajmi kattalashgan, visseral plevra ostida faqat Tarde dog‘lari bor. Parenximatoz a’zolar va suyak miyada diatom planktoni topilmadi. Plankton tekshiruvi uchun qaysi namuna eng ma’qul?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Yurakning o‘ng qorinchasidagi qon namunasi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O‘pka to‘qimasidan olingan bo‘lakcha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Kalla asos suyagi bo‘shlig‘idan olingan suyuqlik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Oshqozon ichidagi suyuqlik namunasi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Kalla asos suyagi bo‘shlig‘idan olingan suyuqlik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Asfiktik cho‘kishda suv laringospazm tufayli alveolalargacha yetmaydi, shuning uchun plankton qonga o‘tmaydi va ichki a’zolarda topilmasligi mumkin. Bunday holda tekshiruv uchun kalla asos suyagi bo‘shlig‘idagi suyuqlik olinadi. O‘pka to‘qimasidagi plankton esa o‘limdan keyin suvga tushganda ham bo‘lishi mumkin, shuning uchun u diagnostik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125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Osilgan shaxs sirtmoqdan olinib, nafas va yurak faoliyati tiklangach, mushaklar tonusi va arterial bosim ko‘tarilgan, pay reflekslari kuchaygan, tonik talvasalar bor, yoyuvchi tipdagi patologik reflekslar kuzatilmoqda, tana harorati ko‘tarilgan. Bu postasfiktik holatning qaysi bosqichi?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Asfiktik koma davrining detserebratsion rigidlik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Karaxtlik davrining sopor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Dezorientatsiya va xotira buzilishi davri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Qoldiq oqibatlar davri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Asfiktik koma davrining detserebratsion rigidlik bosqichi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va yurak tiklangach mushak tonusi oshishi, tonik talvasalar va yoyuvchi reflekslar asfiktik komadagi detserebratsion rigidlikka xos. Karaxtlikda jabrlanuvchi komadan chiqadi va talvasalar bo‘lmaydi. Dezorientatsiya davrida hush tiklangan bo‘ladi, qoldiq oqibatlar esa kechroq namoyon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108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Suvdan chiqarilgan murdada qo‘l barmoqlari oqargan va bujmaygan, bu o‘zgarish kaft yuzasini to‘liq qamragan, ammo oyoq tovon yuzasiga hali o‘tmagan. Murda suvda taxminan qancha vaqt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necha soat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2-5 kun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10-15 kun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2-3 hafta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Taxminan 2-5 kun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 necha soatdan so‘ng faqat barmoqlar oqarib bujmayadi. Kaft yuzasi 2-5 kun ichida to‘liq qamraladi, tovon esa 5-8 kun ichida. Sochlar 10-15 kunda, qo‘l va oyoq terisining “qo‘lqop” shaklida ajralishi 2-3 haftada kuzatiladi, shuning uchun bu variantlar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127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bo‘ynida ikkita strangulyatsion egat topildi: biri gorizontal va tutashgan, ikkinchisi yuqoriga qiyshiq yo‘nalgan, ular orasida epidermis hoshiyalangan. Hodisa qanday kechgan bo‘lishi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Shaxs bir o‘ramli sirtmoqda o‘zi osilgan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Jabrlanuvchi qo‘l bilan bo‘g‘ib o‘ldirilgan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Pozitsion asfiksiya natijasida o‘lim yuz bergan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Avval sirtmoq bilan bo‘g‘ilgan, keyin shu sirtmoqda osilgan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Avval sirtmoq bilan bo‘g‘ilgan, keyin shu sirtmoqda osilgan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Gorizontal egat sirtmoq bilan bo‘g‘ishga, yuqoriga qiyshiq egat osilishga xos. Osilishda sirtmoq siljib, egatlar orasida epidermis hoshiyasi hosil bo‘ladi. Qo‘l bilan bo‘g‘ishda egat bo‘lmaydi, pozitsion asfiksiyada esa strangulyatsion egat hosil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215-216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Ona bolasini emizayotib uxlab qolgan, chaqaloq o‘lik topildi. Murdada faqat tez o‘limga xos belgilar bor, nafas teshiklarining yopilishiga xos o‘zgarishlar yo‘q. Ekspert o‘lim sababini aniqlash uchun nima qilishi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Pnevmoniya, bronxiolit kabi kasalliklarni istisno qilish uchun sinchiklab gistologik tekshiruv o‘tkazadi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tashqi ko‘rikka tayanib, asfiksiya deb xulosa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Belgilar yo‘qligi sababli o‘lim sababini “aniqlab bo‘lmaydi” deb qoldiradi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Qotillik gumon qilib, jarohatlar yo‘qligini ko‘rsatadi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Pnevmoniya, bronxiolit kabi kasalliklarni istisno qilish uchun sinchiklab gistologik tekshiruv o‘tkazadi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Bunday holda o‘ziga xos belgi bo‘lmaydi, emizish paytida bola kasallikdan (pnevmoniya, bronxiolit) to‘satdan o‘lishi ham mumkin. Haqiqiy sababni gistologik tekshiruv aniqlab beradi. Faqat tashqi ko‘rik yoki taxmin bilan xulosa berish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220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Prozektor suvdan topilgan murda a’zolarini vodoprovod suvi bilan yuvdi, keyin buyrak va suyak iligida diatom planktoni topildi. Nima uchun bu natijaga ishonib bo‘lmaydi?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Vodoprovod suvida diatom bo‘lmaydi, shuning uchun natija soxta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Vodoprovod suvidagi plankton to‘qimaga o‘tib, natijani buzishi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Diatom faqat o‘pka to‘qimasida diagnostik ahamiyatga ega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Diatomni faqat sho‘r suvda cho‘kkanda topish mumkin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Vodoprovod suvidagi plankton to‘qimaga o‘tib, natijani buzishi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Diatom planktoni vodoprovod suvida ham uchraydi, shu sababli cho‘kish gumon qilingan murdani tekshirishda vodoprovod suvini ishlatish man etiladi: plankton a’zo to‘qimasiga o‘tib qolishi mumkin. Diatom vodoprovod suvida bo‘lmaydi degan fikr xato, o‘pkadagi plankton esa aksincha diagnostik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230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Hodisa joyida o‘lik topilgan shaxsning qo‘l-oyoqlarida shilinma va qontalashlar bor, atrofda qattiq jismlar joylashgan. Murdada ixtiyorsiz siydik va axlat ajralishi izlari ham aniqlangan. Bu jarohatlar o‘z-o‘zidan, talvasalar tufayli paydo bo‘lgan bo‘lishi mumkin. Asfiksiyaning qaysi bosqichida bunday talvasalar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Inspirator hansirash bosqichida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Ekspirator hansirash bosqichida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Nafasning qisqa vaqtga to‘xtashi bosqichida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Terminal nafas olish bosqichida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Ekspirator hansirash bosqichida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Siydik, maniy va axlat ajralishi bilan kechadigan kuchli klonik talvasalar ekspirator hansirash bosqichiga xos. Shu talvasalar tufayli tana atrofdagi jismlarga urilib jarohat olishi mumkin, uni o‘zga shaxs yetkazgan jarohatdan farqlash kerak. Inspirator bosqichda faqat oyoq-qo‘llarning tartibsiz harakati bo‘lishi mumkin, pauza bosqichida esa mushaklar bo‘shashadi.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Semiz erkak tipik siltab osilgandan so‘ng sirtmoqdan o‘z vaqtida olindi va tirik qoldi. Tekshiruvda uyqu arteriyasi intimasi strangulyatsion egat proeksiyasidan pastroqda ko‘ndalang yorilgani (Amyuss belgisi) aniqlandi. Postasfiktik holatda bu shikastlanish qaysi asoratlarga sabab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Gipostatik pnevmoniya va o‘pka shishi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Oshqozon-ichak perforatsiyasi va peritonit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O‘tkir jigar va buyrak yetishmovchiligi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Tromboz, tromboemboliya va anevrizma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Tromboz, tromboemboliya va anevrizma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Uyqu arteriyasi intimasining yorilishi tomir devorining shikastlanishi bo‘lib, tromboz, tromboemboliya va anevrizma xavfini tug‘diradi. Boshqa variantlar postasfiktik holatda uchraydigan asoratlar, lekin ular arteriya intimasi yorilishi bilan bevosita bog‘liq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Sovuq suvda cho‘kib o‘lgan besh yoshli bolaning murdasi tekshirilmoqda. Cho‘kishning qaysi turi ehtimoli yuqori va qaysi topilma shu turga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O‘pkalar keskin emfizemali, hajmi katta, kesmada quruq; nafas yo‘llarida suv va yot moddalar yo‘q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Nafas yo‘llarida suv o‘tlari va balchiq, o‘pkalar xamirsimon, plevra bo‘shliqlarini to‘ldirgan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Visseral plevra ostida yoyiq pushti dog‘lar va qonning suyulishi (gemodilyusiya)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Yurakning chap kameralaridagi qon o‘ngdagiga nisbatan ochroq, endokardi qizg‘ish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O‘pkalar keskin emfizemali, hajmi katta, kesmada quruq; nafas yo‘llarida suv va yot moddalar yo‘q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Past harorat va kichik yosh asfiktik cho‘kishga moyillik yaratadi. Bunda laringospazm tufayli suv nafas yo‘llariga o‘tmaydi, o‘pka keskin emfizemali va quruq bo‘ladi. Boshqa uchta variant suv alveolalargacha yetgan chin cho‘kishga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122-123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Mast holatdagi yosh erkak suvga tushgan zahoti harakatsiz bo‘lib qoldi. Murdada asfiksiyaning umumiy belgilari rivojlanmagan, faqat tez o‘limga xos ayrim o‘zgarishlar bor. Eng to‘g‘ri baho va keyingi yo‘nalish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Asfiktik cho‘kish; laringospazm tufayli suv o‘pkaga o‘tmagan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Chin cho‘kish; belgilar tez o‘lim sababli rivojlanib ulgurmagan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Suvdagi to‘satdan o‘lim; avvalo yurakda moyillik yaratuvchi o‘zgarishlar izlanadi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Cho‘kishning reflektor turi; qo‘shimcha tekshiruv talab qilinmaydi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Suvdagi to‘satdan o‘lim; avvalo yurakda moyillik yaratuvchi o‘zgarishlar izlanadi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Tana suvga tushishi bilan yurak va nafas reflektor to‘xtasa, asfiksiya belgilari rivojlanmaydi. Bunday hodisani cho‘kish emas, suvdagi to‘satdan o‘lim deb baholash to‘g‘riroq. Sinchiklab tekshirilganda, birinchi navbatda yurakda to‘satdan o‘limga olib keluvchi yoki unga moyillik yaratuvchi o‘zgarishlar topiladi, mastlik esa moyillik omillaridan biri.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124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Chuqur quduqni tozalayotgan ishchi o‘lik topildi. Murda tekshiruvida faqat tez o‘limga xos umumasfiktik belgilar bor, asfiksiyaning bu turiga xos maxsus o‘zgarish yo‘q. Muhitdagi gipoksiya va giperkapniyadan tashqari o‘lim genezida odatda qaysi omil ahamiyatli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Bo‘yin qon tomirlari va nervlarining mexanik siqilishi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Bijg‘ish va chirish jarayonlarida paydo bo‘ladigan toksik moddalar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Qonning o‘pka venalari orqali yurakka havo emboliyasi tarzida o‘tishi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Suvning alveolalargacha aspiratsiyasi va gemodilyusiya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Bijg‘ish va chirish jarayonlarida paydo bo‘ladigan toksik moddalar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Chuqur quduq kabi cheklangan notoliq yopiq muhitlarda o‘limga gipoksiya va giperkapniyadan tashqari bijg‘ish, chirish natijasida hosil bo‘lgan toksik moddalar ham ta’sir qiladi. Qolgan variantlar boshqa asfiksiya turlari yoki cho‘kish mexanizmlariga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130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Asfiksiyadan qutqarilgan shaxs shifoxonada kuzatilmoqda. Unda terining giperesteziyasi, gipergidroz, “qorachiqlar o‘yini”, qusish va ixtiyorsiz siydik ajralishi bor. Dastlabki soatlarda bulardan keyin qaysi o‘zgarish noxush prognostik belgi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Qorachiqlarning galma-gal torayib kengayishi kuchayishi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Terining gipergidrozi davom etishi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Ixtiyorsiz siydik va axlat ajralishining takrorlanishi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O‘pka shishishining rivojlanishi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O‘pka shishishining rivojlanishi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Terining giperesteziyasi, gipergidroz, qorachiqlar o‘yini, qusish va ixtiyorsiz ajralishlar vegetativ nerv tizimi buzilishining oddiy ko‘rinishlari. Dastlabki soatlarda o‘pka shishishining rivojlanishi esa noxush prognostik belgi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109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