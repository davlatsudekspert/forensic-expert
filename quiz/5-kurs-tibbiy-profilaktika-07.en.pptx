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Practical session: Mechanical asphyxia.</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term "asphyxia" is derived from Greek. What does it originally mean?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Cessation of breathing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Thickening of the blood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Absence of pulse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Lack of oxygen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Absence of pulse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term is formed from the words "a" (negation) and "sphygmos" (pulse), so its original meaning is the absence of pulse. Cessation of breathing and oxygen deficiency are concepts close to the essence of asphyxia, but they are not the etymological meaning of the term.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104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By what mechanism do anemia and contraction of the spleen (Sabinskiy sign) develop in mechanical asphyxia?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As a result of the release of blood from the depots in the preasphyctic period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Due to the development of thrombosis in the splenic vessels during the terminal respiratory stage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As a result of internal bleeding in the postasphyctic period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Due to the cessation of blood flow to the spleen during expiratory dyspnea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As a result of the release of blood from the depots in the preasphyctic period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preasphyctic period, as a compensatory reaction, the body releases blood from the depots into the general circulation; for this reason the spleen contracts and becomes anemic. The other options are not linked to the periods of asphyxia and do not explain the mechanism of this sign.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111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the Bokarius test, which change found in the skin flap taken from the area of the ridge of the strangulation furrow indicates that the furrow was inflicted during life?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skin flap being dry and parchment-like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An imprint of the loop knot remaining on the skin surface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Pallor of the subcutaneous fat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Signs of hyperemia and hemorrhage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Signs of hyperemia and hemorrhage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skin flap is cleared of fat and examined in the light between two glass slides. If hyperemia and hemorrhages are present in the ridge area, it indicates that the furrow was formed during life. Parchment-like dryness and a knot imprint are other characteristics of the furrow, while pallor of the subcutaneous fat is not a sign of vitality.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116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hanging, hemorrhages in the outer layer of the carotid artery are known by which sign?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Amussat sign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Martin sign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Walcher sign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Simon 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Martin sign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Hemorrhage in the outer layer of the carotid artery is called the Martin sign. The Amussat sign denotes a transverse rupture of the intima, the Walcher sign denotes hemorrhage at the lower end of the sternocleidomastoid muscle, and the Simon sign denotes hemorrhage into the cervical intervertebral discs.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116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drowning in sea water, what change does the difference in osmotic pressure between the saline water in the alveoli and the blood lead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liquid part of the blood passes into the alveoli, the blood thickens, and hypovolemia develops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Water passes into the blood, the blood is diluted, and osmotic hemolysis is observed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Water passes into the blood, the blood volume increases, and erythrocytes swell and burst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Large Rasskazov-Lukomskiy-Paltauf spots form beneath the visceral pleura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liquid part of the blood passes into the alveoli, the blood thickens, and hypovolemia develops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Because the osmotic pressure of saline water is higher than that of blood, the liquid part of the blood passes into the alveoli, the blood thickens, and hypovolemia appears. The passage of water into the blood and hemolysis are characteristic of drowning in fresh water. Rasskazov-Lukomskiy-Paltauf spots also do not form in salt water.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123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Why is the finding of diatom plankton in lung tissue not of diagnostic value for proving drowning?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Diatom plankton rapidly breaks down in the lungs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diatoms in the lungs come from another body of water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Even when the body enters the water after death, water can pass into the airways and plankton can enter the lungs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Diatoms are preserved only in the bone marrow and do not form in the lungs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Even when the body enters the water after death, water can pass into the airways and plankton can enter the lungs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Water can pass into the airways even after a corpse enters the water, so plankton in the lungs does not prove drowning during life. Plankton in parenchymatous organs and bone marrow, however, indicates that the person entered the water alive. The other options are not given as such an explanation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125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are the small (2-3 mm in diameter) dark red hemorrhages found beneath the visceral pleura and epicardium called?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Rasskazov-Lukomskiy-Paltauf spots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Sabinskiy sign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Tardieu spots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Brouardel 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Tardieu spots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These small hemorrhages are called Tardieu spots and belong to the general asphyxial signs. Rasskazov-Lukomskiy-Paltauf spots are larger, have blurred edges, and occur only beneath the pleura. The Sabinskiy sign is contraction of the spleen, and the Brouardel sign is retropharyngeal hemorrhage.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111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asphyctic (spastic, "dry") drowning, more water passes into the stomach because of laryngospasm. In this condition, what is the maximum amount of water that can be found in the stomach?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Up to 1 liter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Up to 300 ml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About 100 ml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5-15 ml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Up to 1 liter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Laryngospasm prevents water from entering the airways, so water passes through the esophagus into the stomach, where up to 1 liter may accumulate. 300 ml is the stomach value in true drowning, 100 ml is the fluid in the abdominal cavity (Moro sign), and 5-15 ml is the fluid in the cavity of the skull base (Sveshnikov sign).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123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If there is a loop made of rope or a belt on the neck, which group does it belong to according to the hardness of its material?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Soft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Hard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Sliding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Semi-rigid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Semi-rigid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Rope, cord, and belt belong to semi-rigid materials. Towels, scarves, and ties are soft, while wire and chains belong to the hard group. The term "sliding" denotes the structure of the loop, not its material.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112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respiratory openings were closed by a hand or a soft object, but the victim offered no resistance. What picture is expected on examination of the corpse?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Bruising and abrasions around the mouth and nose are always present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No signs specific to this type are found other than general asphyxial signs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foreign body is always found in the airways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distinct strangulation furrow forms on the neck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No signs specific to this type are found other than general asphyxial signs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there is no resistance, only general external and internal asphyxial signs are found, and there are no changes specific to this type. Bruising and abrasions occur in cases where resistance was offered. A foreign body and a strangulation furrow are characteristic of other types of asphyxia.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119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the supine position of atypical hanging, with what force is the ligature pulled?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force equal to 20% of body weight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force equal to the entire body weight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force equal to the weight of the head (4-5 kg)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force equal to half of the body weight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 force equal to the weight of the head (4-5 kg)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supine position the ligature is pulled only by the weight of the head, which equals 4-5 kg, and a large force is not needed to compress blood vessels and nerves. In hanging with support on the knees, the ligature is pulled with a force equal to 20% of body weight. The entire body weight acts in complete (typical) hanging.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112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manual strangulation of the neck, what is the relationship between external and internal injuries?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External injuries are always more extensive than internal ones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Internal injuries are usually more pronounced and more extensive than external ones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hyoid bone and cartilages are not damaged, only the skin is injured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Injuries are located only on the posterior surface of the neck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Internal injuries are usually more pronounced and more extensive than external ones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manual strangulation, internal injuries (fractures of the hyoid bone horns and laryngeal cartilages, hemorrhages into the soft tissues) are more pronounced than external ones. External signs are limited to finger and fingernail marks. The location of the injuries depends on the position of the assailant; they are not found only on the posterior surface.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118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the preasphyxial period of asphyxia, what changes does the body produce through its compensatory-adaptive capacities?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blood thickens, oxygen transport slows down, and blood is redistributed mainly to the peripheral tissues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circulating blood volume increases, the blood becomes thinner, and it is redistributed in favor of vital organs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circulating blood volume decreases, the blood thickens, and most of it accumulates in the internal organ depots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respiratory rate increases sharply, arterial pressure falls, and venous pressure continues to rise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The circulating blood volume increases, the blood becomes thinner, and it is redistributed in favor of vital organs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preasphyxial period the body tries to counteract the effect of the asphyxiating factor: the amount of oxygen-carrying blood increases, the blood becomes thinner, and it is redistributed in favor of vital organs. For this reason, signs of asphyxia do not yet develop in this period. The last option is characteristic of the next, inspiratory dyspnea stage.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106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the Sunsov test performed to detect air embolism of the heart in asphyxial (spastic) drowning, which part of the heart is punctured?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right ventricle, as in mechanical injuries inflicted with a scalpel tip</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right atrium, because the blood from the venae cavae flows in there first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left atrium, because the pulmonary veins bring blood precisely there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left ventricle, not the right ventricle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The left ventricle, not the right ventricle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Because of marked emphysema, the interalveolar septa are damaged, and a small amount of air accumulates in the left chambers of the heart through the pulmonary veins. Therefore, in this test, unlike in mechanical injuries, the left ventricle is punctured.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123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By what mechanism is the "carmine edema" of the lungs (Lakkasan sign) explained in compression asphyxia?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By the accumulation in the lungs of more oxygen-saturated blood than in other internal organs due to weak breathing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By water passing into the blood through the alveoli, with hemolysis of erythrocytes and imbibition of the lung tissue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By a rise in pressure in the vena cava system due to laryngospasm, with retrograde passage of blood elements into the lungs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By rupture of the alveolar walls in the dyspnea stage, with air passing into the pulmonary veins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By the accumulation in the lungs of more oxygen-saturated blood than in other internal organs due to weak breathing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compression lasts a long time, breathing becomes weak, and oxygen-saturated blood accumulates in the lungs more than in other organs, so the tissue takes on a bright red color. The other options relate to the mechanisms of drowning or air embolism.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129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homicide, the victim's neck showed 2-4 ecchymoses and abrasions on each side of the anterior surface and one on each side of the posterior surface, with the injuries arranged in groups. Which type of neck strangulation is more likely?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Strangulation with one hand from the front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Strangulation with two hands from the front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Strangulation with two hands from behind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Compression with the forearm over a soft object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Strangulation with two hands from behind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strangulation with two hands from behind, the thumbs are on the back of the neck and the remaining fingers are on the anterior surface, so 2-4 marks form on each side of the anterior surface and one on each side of the posterior surface. In strangulation from the front, the opposite is the case. In compression over a soft object, external injuries are few or absent altogether.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118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hanged person was removed from the ligature in time and taken to a medical facility. He survived the asphyxial coma of the first hours but died within the first day. In most postasphyxial cases, what is the most probable cause of death in this period?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Continuation of the asphyxial coma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Development of hypostatic pneumonia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Peritonitis from perforation of the gastrointestinal wall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Pulmonary and cerebral edema due to acute vascular insufficiency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Pulmonary and cerebral edema due to acute vascular insufficiency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postasphyxial state, death occurs from asphyxial coma in the first minutes and hours. In the first day, the leading cause is pulmonary and cerebral edema associated with acute vascular insufficiency. Hypostatic pneumonia is characteristic of later periods, and peritonitis is a rare complication.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109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corpse found in a lake, the lungs show marked emphysema, are dry on section, and have only Tardieu spots under the visceral pleura; there is no water in the airways. A large amount of water was found in the stomach. No diatom plankton was found in the parenchymatous organs of the corpse, but drowning is suspected. Which sample is taken for plankton examination?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fluid sample from the cavity of the skull base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piece of lung tissue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piece of liver parenchyma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blood sample from the right chamber of the heart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 fluid sample from the cavity of the skull base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indicated signs point to asphyxial drowning, in which water does not pass into the blood and plankton may be absent from the parenchymatous organs. Therefore, the fluid in the cavity of the skull base is examined. Plankton in lung tissue may be found even when the body enters the water after death, so it is not diagnostic.</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125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hanged person was removed from the ligature in time. After respiration and cardiac activity were restored, arterial pressure and muscle tone rose, tendon reflexes became exaggerated, tonic convulsions and extensor-type pathological reflexes appeared, and body temperature rose. Which stage of the postasphyxial state does this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stage of areflexia, atony, and impaired brainstem function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stage of decerebrate rigidity and tonic convulsions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stage of tonic-clonic convulsions and hyperkinesias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stage of stupor beginning with a soporous state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The stage of decerebrate rigidity and tonic convulsions</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After respiration and cardiac activity are restored, increased muscle tone and tendon reflexes, tonic convulsions, extensor pathological reflexes, and fever are characteristic of the second stage of asphyxial coma, that is, decerebrate rigidity. In the first stage the muscles are atonic and reflexes cannot be elicited. In the third stage there are tonic-clonic convulsions, hyperkinesias, and flexor-type reflexes. In the stupor period the victim emerges from the coma and no convulsions are observed.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108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man with a body weight of 80 kg is in atypical (incomplete) hanging, supported on his knees. In hanging with support on the knees, the ligature is pulled with a force equal to 20% of body weight. Approximately how much is the force pulling the ligature?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8 kg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12 kg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40 kg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16 kg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16 kg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20% of 80 kg gives 16 kg. 8 kg corresponds to 10% of body weight, 12 kg to 15%, and 40 kg to 50%, so these values do not match the ratio given in the textbook. This example shows that a large force is not required to compress the blood vessels and nerves of the neck.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112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body of a man who had hanged himself was found at home; no resuscitation was performed. The ligature knot is located under the chin (atypical), and the furrow is in the lower part of the neck with little vertical inclination. At internal examination, gastric contents were found in the airways. By which mechanism is this finding explained?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With an atypical knot the esophagus is not completely occluded, the vagus nerve is irritated and causes vomiting, and the contents are aspirated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stomach wall ruptures from the pressure of the knot, and the contents pass into the airways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Rupture of the intervertebral discs paralyzes the respiratory center and causes aspiration of vomit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contents pass only under the influence of putrefactive gases; the mechanism of hanging is not related to this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With an atypical knot the esophagus is not completely occluded, the vagus nerve is irritated and causes vomiting, and the contents are aspirated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the knot is atypically located, the esophagus is not completely closed. Irritation of the vagus nerve leads to vomiting, and the contents enter the airways. Rupture of the stomach wall and rupture of a disc are not described as such a mechanism. Since no resuscitation was performed, the option of transport and massage being the cause also does not fit.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113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victim retrieved from a river was immediately given artificial respiration and indirect cardiac massage. At examination of the body, abrasions, bruises, rib fractures and liver rupture were found. To which group are these injuries most likely to be assigned?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Vital injuries inflicted before entering the water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Injuries caused by fish and aquatic animals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Injuries inflicted during the provision of first aid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Injuries caused by a ship's propeller and by striking underwater structures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Injuries inflicted during the provision of first aid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During retrieval from the water and immediate artificial respiration and massage, abrasions, bruises, rib fractures and liver rupture may be inflicted. Therefore it is logical to associate these injuries with the rendering of aid. The other options refer to different sources: injury before entering the water, aquatic animals and propellers. Their typical signs are not indicated here.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232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body recovered from water, the expert wants to determine whether the entry into the water was vital by comparing the properties of blood in the left and right chambers of the heart. Which of the following methods is NOT based on such a comparison?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Detection of pseudoplankton by polarization microscopy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Cryoscopic examination, i.e., measuring the freezing point of blood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Refractometric examination, i.e., measuring the refraction of light by blood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Examination of the electrical conductivity of blood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Detection of pseudoplankton by polarization microscopy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Cryoscopic, refractometric, viscosity and electrical conductivity examinations are based on comparing the properties of blood in the left and right chambers of the heart. Pseudoplankton, however, consists of tiny particles that have passed with water into the internal organs, and polarization microscopy detects it. In this method, blood properties are not compared.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126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person working in a silo pit died. The pit was closed, and its air was low in oxygen and high in carbon dioxide; fermentation of vegetables and grain was observed inside. Besides hypoxia and hypercapnia, which factor may be significant in the causation of death?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Cessation of skin respiration due to increased air humidity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General hypothermia caused by a drop in ambient temperature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Toxic substances formed during fermentation and putrefaction processes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Mechanical compression of the chest by a weight falling from above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Toxic substances formed during fermentation and putrefaction processes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incompletely enclosed environments, including silo pits and deep wells, toxic substances formed during fermentation and putrefaction join hypoxia and hypercapnia and play a role in death. Skin respiration, hypothermia and mechanical compression of the chest are not cited as characteristic factors of this situation.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130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4-year-old child and an adult were trapped simultaneously in a hermetically sealed room. The carbon dioxide concentration in the room air reached 3%. Which conclusion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There is no danger to life yet for either, because the lethal threshold is about 8-10% for both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There is a danger to life for the child, whereas the lethal threshold has not yet been reached in the adult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There is a danger to life for the adult, while in children the threshold is considerably higher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Death is inevitable in both, because the concentration has exceeded the 0.5% level at which breathing accelerates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There is a danger to life for the child, whereas the lethal threshold has not yet been reached in the adult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children, danger to life begins when carbon dioxide in the air reaches 2.0-2.5%, whereas in adults death usually occurs at 8-10%. 3% is dangerous for a child, but it is not yet a lethal threshold for an adult. 0.5% is only the level at which the respiratory rhythm accelerates.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130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Examining under a microscope a skin fragment taken from a strangulation furrow, the expert found signs of reactive inflammation around the furrow. Which sign is this, and what does it confirm?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Neydinga sign; confirms that the furrow was inflicted vitally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Bokarius test; confirms that the furrow was inflicted vitally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Kasyanov sign; confirms that the furrow was formed postmortem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Kasyanov sign; confirms that the furrow was inflicted vitally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Kasyanov sign; confirms that the furrow was inflicted vitally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finding of signs of reactive inflammation is called the Kasyanov sign and indicates that the furrow was formed vitally, because an inflammatory reaction develops only in living tissue. The Neydinga sign relates to circulatory disturbance, and the Bokarius test relates to hyperemia and hemorrhages in the fold of the furrow when the skin flap is viewed in light.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117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body found in water, the skin of the palms and the soles is completely blanched and wrinkled, and the change has spread to the dorsal surfaces of the hands and feet ("washerwoman's hands"), but the skin has not yet separated. If the water temperature is moderate, approximately how long has the body been in the water?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About 5-8 days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About 2-5 days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few hours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About 10-15 days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About 5-8 days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Maceration begins on the fingers within a few hours, covers the palm surface in 2-5 days, and in 5-8 days completely involves the sole surface and spreads to the dorsal surfaces of the hands and feet. The appearance of "washerwoman's hands" arises precisely in this period. At 10-15 days, the hair becomes easily pulled out.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127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person who died of asphyxial (dry) drowning, blood elements (lymphohemia) were found on microscopy of the thoracic lymphatic duct. By which mechanism is this finding explained?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Passage of water into the blood through the alveoli and escape of erythrocytes into the lymph as a result of osmotic hemolysis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Injury to the thoracic lymphatic duct as a result of indirect cardiac massage during resuscitation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Rise of pressure in the vena cava system due to laryngospasm and retrograde passage of blood elements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Escape of the liquid part of the blood into the alveoli due to the high osmotic pressure of salt water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Rise of pressure in the vena cava system due to laryngospasm and retrograde passage of blood elements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asphyxial drowning, laryngospasm causes venous hypertension, whereby blood elements pass retrogradely into the thoracic lymphatic duct. The passage of water into the blood and hemolysis are characteristic of true drowning. The other two options are not the mechanism of lymphohemia.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123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a hanged body, the left lateral side of the neck was found to be compressed by the ligature more markedly than the right side. What state of the pupils is expected?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Anisocoria: the right pupil is wider than the left pupil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Anisocoria: the left pupil is wider than the right pupil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Both pupils are equally constricted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Both pupils are equally dilated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Anisocoria: the left pupil is wider than the right pupil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the lateral sides of the neck are compressed unequally, the pupils are of different sizes (anisocoria), and the wider pupil is observed on the side that is more markedly compressed. For this reason, the left pupil will be wider. The other options contradict the logic of unilateral compression.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116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 hanged person remained in the ligature for about 4 minutes, was rescued and resuscitated. Which combination of changes is most likely in the postasphyxial state?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Persistent arterial hypertension, liver hyperfunction and lung desiccation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Rapid recovery without retrograde amnesia and no changes whatsoever in the organs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Only skin hyperesthesia and hyperhidrosis, without affecting the function of the organs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Persistent hypotension, ischemia of internal organs, and sometimes myocardial infarction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Persistent hypotension, ischemia of internal organs, and sometimes myocardial infarction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asphyxia lasts 3 minutes or more, persistent hypotension, ischemia of internal organs and sometimes myocardial infarction develop. The hypertension and the absence of organ changes in the options do not correspond to the hypoxic damage of this period. Vegetative signs (hyperhidrosis, hyperesthesia) are merely an additional phenomenon and not the leading one.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109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asphyxia.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5. Kislorod tanqisligi (asfiksiya)</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4-modul. Kislorod tanqisligi (asfiksiya, cho‘kish), harorat, elektr, bosim, radiatsiya; bet 315-374</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VII bo‘lim (16-18-boblar). Mexanik asfiksiya; bet 139-153</a:t>
            </a:r>
          </a:p>
          <a:p>
            <a:pPr>
              <a:spcAft>
                <a:spcPts val="1200"/>
              </a:spcAft>
            </a:pPr>
            <a:r>
              <a:rPr sz="1800">
                <a:solidFill>
                  <a:srgbClr val="1F2937"/>
                </a:solidFill>
                <a:latin typeface="Calibri"/>
              </a:rPr>
              <a:t>▸  Iskandarov A.I., Qo‘ldoshev D.R. Sud tibbiyoti (tibbiyot instituti talabalari uchun), Toshkent (egasi taqdim etgan; yopiq foydalanish). . XI-bob. Mexanik asfiksiya; bet 202-234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