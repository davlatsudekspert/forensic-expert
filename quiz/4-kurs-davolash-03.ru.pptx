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4-kurs-davolash-03-q01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4-kurs-davolash-03-q02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4-kurs-davolash-03-q03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4-kurs-davolash-03-q04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4-kurs-davolash-03-q05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4-kurs-davolash-03-q06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4-kurs-davolash-03-q07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4-kurs-davolash-03-q08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4-kurs-davolash-03-q09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4-kurs-davolash-03-q10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4-kurs-davolash-03-q11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4-kurs-davolash-03-q12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4-kurs-davolash-03-q13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4-kurs-davolash-03-q14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4-kurs-davolash-03-q15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4-kurs-davolash-03-q16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4-kurs-davolash-03-q17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4-kurs-davolash-03-q18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4-kurs-davolash-03-q19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4-kurs-davolash-03-q20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4-kurs-davolash-03-q21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4-kurs-davolash-03-q22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4-kurs-davolash-03-q23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4-kurs-davolash-03-q24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4-kurs-davolash-03-q25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4-kurs-davolash-03-q26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4-kurs-davolash-03-q27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4-kurs-davolash-03-q28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4-kurs-davolash-03-q29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4-kurs-davolash-03-q30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2560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Georgia"/>
              </a:rPr>
              <a:t>№2. Лекция: Судебно-медицинская травматология.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C9A227"/>
                </a:solidFill>
                <a:latin typeface="Calibri"/>
              </a:rPr>
              <a:t>Тест для аудитории · 30 вопросов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9A227"/>
                </a:solidFill>
                <a:latin typeface="Calibri"/>
              </a:rPr>
              <a:t>Автоматический перевод — не проверен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Термин «травматология» происходит от греческих слов. Что означает слово «травма» в этом термине?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Учение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Повреждение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Лечение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Профилактика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Повреждение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Греческое «trauma» означает повреждение. «Logos» означает учение, поэтому травматология — это наука о повреждениях. Лечение и профилактика — задачи клинической травматологии, а не перевод этого слова.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25 стр.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При классификации повреждений какое состояние называется «комбинированным повреждением»?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Повреждение, возникшее под действием одного травмирующего фактора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Повреждение, охватывающее две и более анатомические области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Многократное повторение одного и того же повреждения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Повреждение в результате воздействия двух и более видов внешних факторов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Повреждение в результате воздействия двух и более видов внешних факторов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Комбинированное повреждение возникает в результате воздействия двух и более видов внешних факторов (например, механического и термического). Повреждение, возникшее от одного фактора, называется простым. Количество поврежденных областей определяет не сложность повреждения, а ограниченное или двойное повреждение.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26 стр.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При окраске замороженных срезов легких и головного мозга Суданом IV в каком цвете видны капли жира в просвете сосудов при жировой эмболии?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Черный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Огненно-красный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Зеленый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Синий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3: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Черный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Судан IV окрашивает капли жира в черный цвет. Судан III дает огненно-красный оттенок, поэтому второй вариант относится к другому красителю. Зеленый и синий цвета для этого метода не характерны.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32 стр.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При подозрении на воздушную эмболию на трупе проводится проба Сунсова. При этом в полость перикарда наливают воду и прокалывают стенку правого желудочка. Какой результат делает пробу положительной?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Покраснение воды от крови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Выбрасывание крови струей из стенки желудочка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Выделение пузырьков воздуха из воды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Понижение уровня воды в перикарде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4: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Выделение пузырьков воздуха из воды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Если при проколе правого желудочка сердца под водой выходят пузырьки воздуха, это подтверждает наличие воздуха в сердце, и проба считается положительной. Изменение цвета воды или вытекание крови не доказывает воздушную эмболию. Понижение уровня воды также не является критерием этой пробы.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32 стр.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Одним из механизмов действия тупых предметов является сдавление. Какая особенность характерна именно для механизма сдавления?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Повреждения внутренних органов и костей тяжелее, чем наружные повреждения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Тяжесть повреждения зависит в основном от скорости движения предмета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Образуются только непрямые повреждения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основном образуются лишь поверхностные ссадины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5: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Повреждения внутренних органов и костей тяжелее, чем наружные повреждения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сдавлении травмирующий предмет имеет большую массу и движется медленно. Поэтому характер повреждения зависит от массы и площади воздействия, а не от скорости. Внутренние органы и кости повреждаются тяжелее, чем наружные покровы. При этом механизме встречаются как прямые, так и непрямые повреждения, а ссадина характерна для трения.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35 стр.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В ходе экспертизы важно отличать разрыв кожи от действия тупого предмета от раны. Какой признак отличает разрыв от раны?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Края неровные и осаднённые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Края ровные, без признаков осаднения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Между краями стенок имеются тканевые перемычки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Дно раны неровное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6: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Края ровные, без признаков осаднения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Разрыв является непрямым повреждением: его края ровные, без осаднения, стенки отвесные, дно находится на одном уровне. Неровные осаднённые края, тканевые перемычки и неровное дно характерны для раны, образованной тупым предметом.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40 стр.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Если площадь воздействия тупого предмета меньше площади поврежденной области, как оценивается травмирующая поверхность?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Неограниченная, широкая поверхность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Ограниченная поверхность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Поверхность сложной формы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Поверхность с шероховатым рельефом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7: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Ограниченная поверхность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Деление на ограниченную и неограниченную поверхности относительно и определяется соотношением площади поверхности предмета и площади поврежденной области. Если поверхность предмета меньше поврежденной области, она считается ограниченной. Остальные варианты отражают не размер поверхности, а ее форму или рельеф.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33-34 стр.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При экспертизе трупа на уровне поверхности кожи или чуть ниже обнаружено желто-коричневое сухое пятно. Корочка не образовалась, изменений, характерных для прижизненного повреждения, не выявлено. Что это за изменение?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Глубокая ссадина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Кровоподтек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Трупное пятно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Пергаментное пятно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8: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Пергаментное пятно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Пергаментное пятно, образующееся в результате высыхания кожи после смерти, похоже на ссадину. Однако в нем нет корочки и реактивных изменений, свойственных прижизненной ссадине, поэтому их можно различить. При глубокой ссадине и кровоподтеке обнаруживаются признаки прижизненной реакции. Трупное пятно связано со стеканием крови в нижележащие части.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37 стр.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Что является основным элементом преступления, предусмотренного статьей 18 Offences against the Person Act 1861 (Закон о преступлениях против личности) в Англии и Уэльсе?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Умысел (намерение), направленный на причинение тяжкого телесного повреждения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Наступление смерти потерпевшего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Необходимость медицинского лечения потерпевшего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Использование острого оружия при причинении повреждения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9: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Умысел (намерение), направленный на причинение тяжкого телесного повреждения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статье 18 основным признаком является умысел, то есть намерение причинить тяжкое телесное повреждение. Причинение тяжкого телесного повреждения без умысла относится к более мягкой статье 20. Смерть, необходимость лечения или вид оружия не являются основным элементом этой статьи.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Payne-James J., Jones R., Karch S.B., Manlove J., Simpson's Forensic Medicine, 77 стр.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Какой признак характерен для трупа при массивной кровопотере (более 50%, то есть 2,5 литра и более), развившейся медленно в течение нескольких часов?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Селезенка, как обычно, насыщена кровью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Пятна Минакова обнаруживаются всегда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Трупные пятна появляются поздно и бывают скудными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Трупное окоченение развивается слабо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10: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Трупные пятна появляются поздно и бывают скудными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медленной массивной кровопотере в организме успевает развиться общее малокровие. Поэтому трупные пятна появляются поздно и слабо выражены. Селезенка сокращена и малокровна, трупное окоченение развивается сильнее. Пятна Минакова обнаруживаются лишь в отдельных случаях, они характерны для быстрой, острой кровопотери.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31 стр.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Какой период обычно наблюдается при эпидуральной гематоме от момента травмы до развития признаков сдавления головного мозга?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Агональный период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Терминальная пауза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Латентный период воспаления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Светлый промежуток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11: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Светлый промежуток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эпидуральной гематоме кровь накапливается постепенно, и сдавление головного мозга развивается позже. Поэтому пострадавший некоторое время находится в сознании, и это называется светлым промежутком. В таком состоянии он может двигаться и даже драться. Другие названия не описывают это состояние.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63 стр.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Когда колесо железнодорожного состава проезжает по телу и разделяет его на части, в какую сторону обращена вершина образующегося рассечённого (клиновидного) дефекта?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Обращена к рельсу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Обращена в сторону колеса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Обращена по направлению движения поезда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Обращена в сторону реборды (гребня колеса)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12: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Обращена к рельсу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Со стороны колеса объём повреждения больше, чем со стороны рельса. Поэтому широкое основание дефекта расположено со стороны колеса, а вершина обращена к рельсу. Это важный признак переезда колесом железнодорожного состава. Остальные варианты не соответствуют направлению дефекта.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Харин Г.М. (Kharin G.M.)., Краткий курс судебной медицины: учебное пособие, 81 стр.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После удара на коже появилась покрасневшая область. На какой признак обращают внимание, чтобы отличить её от кровоподтёка красного цвета?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Видимые невооружённым глазом сгустки крови в месте покраснения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Похолодание кожи и снижение температуры в месте покраснения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Временное побледнение красного цвета при надавливании пальцем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Образование сухого налёта по краям участка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13: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Временное побледнение красного цвета при надавливании пальцем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покраснении кровоток усиливается, но сосуды не разрываются. Поэтому под давлением цвет бледнеет. При кровоподтёке кровь вышла за пределы сосуда и пропитала ткань, поэтому при надавливании он не бледнеет.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Payne-James J., Jones R., Karch S.B., Manlove J., Simpson's Forensic Medicine, 79 стр.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Согласно современным судебно-медицинским представлениям, оценка давности кровоподтёка по его цвету не принимается. Что является единственным исключением из этого правила?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Кровоподтёк жёлтого оттенка может быть образован более 18 часов назад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Кровоподтёк зелёного оттенка образовался ровно 5 суток назад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Кровоподтёк синюшного оттенка появился менее 6 часов назад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Кровоподтёк красноватого оттенка образовался более 3 суток назад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14: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Кровоподтёк жёлтого оттенка может быть образован более 18 часов назад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 восприятие цвета влияют зрение наблюдателя, различия между наблюдателями и цвет кожи. Поэтому лишь жёлтый оттенок признаётся достаточно поздним признаком и может указывать на давность кровоподтёка более 18 часов. Точные сроки в других вариантах такой надёжностью не обладают.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Payne-James J., Jones R., Karch S.B., Manlove J., Simpson's Forensic Medicine, 82 стр.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На тело в центробежном направлении воздействовали две или более силы, в результате образовались рваные раны, разрывы тканей и отделение частей тела. Для какого механизма действия тупого предмета это характерно?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Сжатие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Растяжение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Трение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Скручивание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15: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Растяжение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растяжении силы тянут тело в разные стороны, и образуются преимущественно непрямые повреждения: рваные раны, разрывы, отделение частей тела. При сжатии силы направлены навстречу друг другу, трение даёт в основном ссадины, а скручивание вызывает спиральные переломы костей.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35 стр.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При исследовании колото-резаной раны в области живота длина раневого канала оказалась больше длины клинка предполагаемого ножа. Какое объяснение наиболее верно?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извлечении ножа из тела канал растянулся и удлинился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Тупая сторона (обух) ножа упёрлась в кость и удлинила канал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Длина канала увеличилась только за счёт смещения внутренних органов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Удар был сильным, и рукоятью или рукой брюшная стенка была вдавлена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16: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Удар был сильным, и рукоятью или рукой брюшная стенка была вдавлена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сильном ударе рукоять клинка или рука, держащая нож, вдавливает брюшную стенку внутрь. Поэтому канал может быть длиннее клинка. Другие варианты не объясняют длину канала этим механизмом.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Payne-James J., Jones R., Karch S.B., Manlove J., Simpson's Forensic Medicine, 88 стр.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На трупе на передней поверхности предплечий и в передней области шеи обнаружены многочисленные, преимущественно параллельные, местами поверхностные резаные раны. На ладонной поверхности кистей повреждений нет, глаза, губы и половые органы не повреждены. Какой вывод наиболее вероятен?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Оборонительные повреждения: попытка пострадавшего схватить клинок ножа рукой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Результат пыток, так как повреждения распространяются на все части тела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Самопричинённые повреждения: попытка самоубийства с поверхностными пробными ранами (ранами нерешительности)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Повреждения, случайно причинённые пилящим предметом в результате несчастного случая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17: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C. Самопричинённые повреждения: попытка самоубийства с поверхностными пробными ранами (ранами нерешительности)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самоубийстве резаные раны часто располагаются на передней поверхности предплечий и на шее, параллельны друг другу, встречаются поверхностные пробные раны (раны нерешительности). Оборонительные повреждения бывают на ладонной поверхности и на разгибательной стороне кисти и предплечья; в данном случае их нет. Эти признаки не являются окончательным доказательством, а лишь повышают вероятность.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Payne-James J., Jones R., Karch S.B., Manlove J., Simpson's Forensic Medicine, 92 стр.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У лица, предположительно упавшего на ровную поверхность с высоты собственного роста, помимо травмы головы, на коленях и ладонях обнаружены ссадины и кровоподтёки. Какой вывод о направлении падения верен?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Высока вероятность падения вперёд, на лицо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Высока вероятность падения назад, с опорой на локти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Высока вероятность ступенчатого падения с высоты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Высока вероятность падения с транспортного средства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18: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Высока вероятность падения вперёд, на лицо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падении на плоскость при падении вперёд повреждаются колени и ладони, при падении назад — локти. Поэтому ссадины на коленях и ладонях указывают на падение вперёд. Ступенчатое падение или падение с транспорта этой ситуации не соответствуют.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Харин Г.М. (Kharin G.M.)., Краткий курс судебной медицины: учебное пособие, 85 стр.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У лица, предположительно упавшего на ровную поверхность, повреждения на голове расположены выше линии «полей шляпы». Какому выводу это больше соответствует?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Повреждения больше указывают на удар по голове, чем на падение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Повреждения характерны для падения на ровную поверхность и исключают предположение об ударе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Повреждения свидетельствуют о том, что они причинены трупу после смерти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Повреждения указывают на то, что они образовались только по механизму непрямого удара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19: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Повреждения больше указывают на удар по голове, чем на падение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Согласно правилу «полей шляпы», повреждения выше этой линии (по крайней мере при падении на плоскость) оцениваются как образовавшиеся от удара, а не от падения. Другие варианты не соответствуют этому правилу или вопросу прижизненности повреждения.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Ромодановский П.О., Баринов Е.Х., Судебная медицина в схемах и рисунках: учебное пособие, 161, 168 стр.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На трупе в костях черепа обнаружены две линии перелома: линия A доходит до линии B и останавливается, не пересекая её. Какой вывод о последовательности переломов верен?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Линия A образовалась раньше линии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Линия B образовалась раньше линии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Обе линии образовались одновременно, последовательность определить невозможно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Последовательность можно определить только по цвету краёв переломов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20: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Линия B образовалась раньше линии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Образующаяся линия перелома распространяется только до уже существующей линии перелома и не пересекает её. Поэтому остановившаяся линия A образовалась позже, а B — раньше. Определение последовательности по цвету не относится к сути этого правила.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Ромодановский П.О., Баринов Е.Х., Судебная медицина в схемах и рисунках: учебное пособие, 168 стр.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Какой комплекс повреждений наиболее вероятен у водителя, ударившегося при лобовом столкновении о рулевое колесо грудью и руками?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Множественные параллельные ссадины на задней поверхности и сгибательные переломы шейных позвонков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Бамперные переломы на передней поверхности коленей и голеней, а также колоколообразные раны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Дугообразные ссадины и кровоподтёки, переломы грудины и рёбер, разрыв кожи между большим и указательным пальцами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Протяжённые ссадины на одной боковой стороне тела, переломы пяточных костей и признаки сотрясения внутренних органов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21: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C. Дугообразные ссадины и кровоподтёки, переломы грудины и рёбер, разрыв кожи между большим и указательным пальцами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ударе о руль на передней поверхности тела образуются дугообразные ссадины и кровоподтёки, переломы грудины и рёбер, а в области кистей — разрыв кожи между первым и вторым пальцами, а также костные повреждения. Остальные варианты характерны для наезда на пешехода, удара сзади или падения с высоты.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Харин Г.М. (Kharin G.M.)., Краткий курс судебной медицины: учебное пособие, 79 стр.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По голове нанесён сильный удар твёрдым тупым предметом с широкой поверхностью, площадь поперечного сечения которого около 25 см². Какой перелом костей черепа наиболее вероятен?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Дырчатый перелом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Ограниченная трещина во внутренней пластинке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Только поверхностный перелом наружной пластинки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Оскольчатый перелом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22: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Оскольчатый перелом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Дырчатый перелом образуется при сильном ударе предметом с площадью сечения менее 9-16 см². Тупые предметы с широкой поверхностью и большей площадью сечения вызывают оскольчатый перелом. 25 см² значительно превышает эту границу.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53 стр.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При замахе бейсбольной битой по голове потерпевший защищался поднятыми руками. В какой области наиболее вероятны кровоподтёки?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 внутренней (сгибательной) поверхности предплечья и плеча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 внутренней поверхности ладони и пальцев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 передней поверхности живота и груди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 разгибательной (наружной) поверхности предплечья и плеча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23: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На разгибательной (наружной) поверхности предплечья и плеча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защите от удара тупым оружием руки поднимаются для защиты головы, и повреждения образуются на разгибательной поверхности предплечья и плеча. Повреждения на внутренней поверхности ладони характерны для случаев, когда схватывают лезвие острого ножа.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Payne-James J., Jones R., Karch S.B., Manlove J., Simpson's Forensic Medicine, 91 стр.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На коже спины имеются две параллельные друг другу полосы кровоподтёков, между которыми остался почти не повреждённый участок кожи. Удар каким предметом наиболее вероятен?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Удар твёрдым цилиндрическим предметом (палкой, полицейской дубинкой)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Удар предметом с неограниченной плоской поверхностью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Удар предметом со сферической поверхностью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Удар предметом с трёхгранными рёбрами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24: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Удар твёрдым цилиндрическим предметом (палкой, полицейской дубинкой)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ударе удлинённым цилиндрическим предметом кровь вытесняется из места удара в стороны, и сосуды по обе стороны предмета разрываются, в результате чего образуются два параллельных кровоподтёка («трамвайные пути»). Плоские, сферические или гранёные предметы такой картины не дают.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Payne-James J., Jones R., Karch S.B., Manlove J., Simpson's Forensic Medicine, 81 стр.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Эксперт исследует колотую рану на теле. По краям раны имеется поясок осаднения и загрязнения, но он расположен только с одной стороны раны, со стороны острого угла, в виде полусегмента. Какой вывод верен?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Колющий предмет воздействовал на тело под углом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Колющий предмет воздействовал на тело перпендикулярно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Это выходное отверстие, так как поясок характерен только для него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Предмет был колюще-режущим, поясок образован обушком клинка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25: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Колющий предмет воздействовал на тело под углом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перпендикулярном воздействии поясок осаднения и загрязнения образует полное кольцо (циркулярный) вокруг раны. При косом воздействии он остаётся только со стороны острого угла в виде сегмента. По краям выходного отверстия пояска нет или он очень незначителен, поэтому он не характерен для выходного отверстия.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50 стр.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На трупе обнаружены переломы пяточной и таранной костей, разрывы связок голеностопного сустава, вколоченный перелом костей голени, а также кольцевидный перелом основания черепа. Повреждения внутренних органов тяжелее, чем при падении на голову. В каком положении человек приземлился при падении с высоты?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Ягодицами, при наклоне тела набок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Стопами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Коленями, передней стороной тела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Задней поверхностью тела, в горизонтальном положении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26: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Стопами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падении на стопы первичные прямые повреждения возникают в пяточной, таранной костях и голеностопном суставе. Вколоченный перелом костей голени и кольцевидный перелом основания черепа являются непрямыми повреждениями. Вследствие общего сотрясения повреждения внутренних органов при этом тяжелее, чем при падении на голову. При падении на колени, ягодицы или тело повреждения располагаются в других областях.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45-46 стр.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На предплечье потерпевшего с одной стороны обнаружена группа из 3–4 мелких овальных кровоподтёков размером 1–2 см, а с противоположной стороны — один более крупный кровоподтёк. Какой механизм наиболее вероятен?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Удар кулаком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Удар цилиндрической палкой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Сильное сдавление пальцами руки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Кровоподтёк, образовавшийся в результате засоса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27: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Сильное сдавление пальцами руки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Группа мелких овальных кровоподтёков указывает на давление кончиков пальцев, а один более крупный кровоподтёк с противоположной стороны — на большой палец. Удар кулаком обычно даёт ряд из четырёх округлых кровоподтёков по 1–2 см. Цилиндрический предмет оставляет кровоподтёк в виде «трамвайных путей». От засоса на шее образуется характерный кровоподтёк.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Payne-James J., Jones R., Karch S.B., Manlove J., Simpson's Forensic Medicine, 82 стр.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В области над костью обнаружена рана с очень чёткими краями, тонкая, линейная, и её первоначально сочли причинённой острым предметом. Какая находка подтверждает, что это ушибленная рана, то есть результат действия тупой силы?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Концы раны острые, а при сближении краёв она становится линейной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Глубина раны значительно больше её длины на уровне кожи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Рана сопровождалась наружным кровотечением, причём сильным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 краям имеются размозжение и кровоизлияния, внутри раны — тканевые перемычки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28: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По краям имеются размозжение и кровоизлияния, внутри раны — тканевые перемычки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Над костью тонкий прямой предмет, сдавливая кожу, может образовать рану с чёткими краями. При внимательном осмотре краёв обнаруживаются размозжение и кровоизлияния, а внутри раны сохраняются перемычки из нервных и фасциальных волокон. Режущий клинок же рассекает всё на своём пути и перемычек не оставляет. Остальные признаки могут встречаться при обоих видах ран.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Payne-James J., Jones R., Karch S.B., Manlove J., Simpson's Forensic Medicine, 85 стр.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Одним и тем же острым ножом на предплечье нанесены две резаные раны. Края первой широко зияют, края второй почти не зияют. Какой фактор наиболее правильно объясняет эту разницу?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Вторая рана глубже, поэтому её края расположены близко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Скорость разреза была разной, поэтому края расходятся по-разному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Если направление раны параллельно волокнам мышечной и соединительной ткани, края зияют меньше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Степень зияния зависит только от наличия складок кожи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29: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Если направление раны параллельно волокнам мышечной и соединительной ткани, края зияют меньше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Степень зияния краёв резаной раны зависит от направления волокон соединительной и мышечной ткани в повреждённой области. Чем более параллельны направления раны и волокон, тем меньше зияют края, а при поперечном пересечении волокон они зияют широко. Остальные варианты в книге не приводятся как факторы, определяющие степень зияния.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48 стр.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30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Эксперт оценил рану на голове как причинённую топором. Один конец раны острый, а другой тупой и заканчивается дополнительными надрывами. Какой вывод о погружении рубящего предмета в тело верен?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Рубящий предмет вошёл в тело полностью, поэтому оба конца тупые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Вошёл только передний или задний конец рубящего предмета, а конец, вошедший глубже, тупой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Воздействовала только дуга острого лезвия, поэтому оба конца острые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Рубящий предмет коснулся тела по касательной, и вместо раны образовалась только дугообразная ссадина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30: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Вошёл только передний или задний конец рубящего предмета, а конец, вошедший глубже, тупой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частичном погружении рубящего предмета конец раны, соответствующий острому лезвию, остаётся острым, а конец, соответствующий глубже вошедшей части, тупой и заканчивается дополнительными надрывами. При полном погружении оба конца тупые, а если воздействует только дуга, оба конца острые. Последний вариант не подходит, так как образовалась рана, а не ссадина.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53-54 стр.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Литература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Лекция: Судебно-медицинская травматология.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2. Sud-tibbiy travmatologiya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Payne-James J., Jones R., Karch S.B., Manlove J. Simpson's Forensic Medicine, 13th ed.. 2011. Chapter 8. Assessment, classification and documentation of injury, pp. 76–92 (partial: chapter text extracted only to p. 92)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Ромодановский П.О., Баринов Е.Х. Судебная медицина в схемах и рисунках: учебное пособие, М.: Проспект (egasi taqdim etgan; yopiq foydalanish). 2017. 3-modul. O‘tmas jismlardan jarohatlar; bet 101-201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Харин Г.М. (Kharin G.M.). Краткий курс судебной медицины: учебное пособие, М.: ГЭОТАР-Медиа (egasi taqdim etgan; yopiq foydalanish). 2006. III bo‘lim (7-9-boblar). Umumiy travmatologiya; o‘tmas predmetlardan jarohatlar; bet 68-91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Iskandarov A.I., Qo‘ldoshev D.R. Sud tibbiyoti (tibbiyot instituti talabalari uchun), Toshkent (egasi taqdim etgan; yopiq foydalanish). . V-bob. Sud-tibbiy travmatologiya, mexanik jarohat; bet 38-73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