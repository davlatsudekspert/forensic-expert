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2-kurs-bioetika-02-q06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2-kurs-bioetika-02-q07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2-kurs-bioetika-02-q08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2-kurs-bioetika-02-q09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2-kurs-bioetika-02-q10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2-kurs-bioetika-02-q20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2-kurs-bioetika-02-q21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2-kurs-bioetika-02-q22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2-kurs-bioetika-02-q23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2-kurs-bioetika-02-q24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2-kurs-bioetika-02-q25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2-kurs-bioetika-02-q30 · сложный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Отличие медицинской биоэтики от прежних моделей: биоэтика как социальный институт, медицинский работник и общество, ятрогенные заболевания, правила взаимоотношений работник–пациент, права работников, Женевская декларация, Международный кодекс медицинской этики (M2)</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Тест для аудитории · 30 вопросов</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Автоматический перевод — не проверен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Медицинская этика выражает обязанности врача. А основные принципы биоэтики в основном выражаются при определении чего?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 определении обязанности хранить врачебную тайну</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 установлении правил профессиональной солидарности между врачами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 определении прав пациента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 установлении внутреннего распорядка организаций здравоохранения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При определении прав пациента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медицинской этике основные принципы задаются через обязанности врача. В биоэтике же в центре стоят права пациента: получение информации, участие в принятии решения, свободный выбор. Остальные варианты характерны для традиционной медицинской этики и деонтологии.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Muhamedova Z.M., Bioetika, I bob, 1.4 стр.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тексту Женевской декларации Всемирной медицинской ассоциации (редакция 2006 года), до какого момента действует обязанность уважать тайны, доверенные врачу?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Продолжает действовать и после смерти пациента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Действует только в период лечения пациента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После завершения лечения действует до тех пор, пока родственники пациента не дадут разрешение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Действует до тех пор, пока врач не сменит место работы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Продолжает действовать и после смерти пациента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декларации сказано, что врач должен уважать доверенные ему тайны и после смерти пациента. Остальные варианты ограничивают обязанность хранить тайну временем или условием, а в декларации такого ограничения нет.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13 стр.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Какая декларация Всемирной медицинской ассоциации (1964 год) посвящена вопросам проведения экспериментов на людях и клинических испытаний?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Токийская декларация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Лиссабонская декларация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Венецианская декларация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Хельсинкская декларация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Хельсинкская декларация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Хельсинкская декларация регулирует эксперименты на людях и клинические испытания. Токийская декларация посвящена пыткам, Лиссабонская — правам пациента, Венецианская — заболеваниям в терминальной стадии.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14 стр.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Пациент, прочитав в истории болезни запись «сигма и мезоколон», решил, что это названия неизлечимых болезней, и покончил с собой. Примером какого явления это приведено в источнике?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Разглашения врачебной тайны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Ятрогении, возникшей из-за неправильного истолкования медицинских записей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Реализации пациентом права отказаться от получения информации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Умышленного введения пациента в заблуждение врачом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Ятрогении, возникшей из-за неправильного истолкования медицинских записей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Человек без медицинских знаний может неправильно понять термины в документе, и в результате может сформироваться ятрогения. При этом тайна не была разглашена, пациент не отказывался от информации, а врач не вводил в заблуждение: вред стал следствием неправильного понимания записи.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51 стр.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Международному кодексу медицинской этики Всемирной медицинской ассоциации, в каком случае врач может воздержаться от оказания неотложной помощи?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Если пациент не может оплатить помощь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Если закончилось время дежурства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Если он убедился, что другие готовы и способны оказать такую помощь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Если заболевание пациента не соответствует специальности врача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Если он убедился, что другие готовы и способны оказать такую помощь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кодексе оказание неотложной помощи определено как гуманитарный долг. Исключение возможно лишь тогда, когда точно известно, что другие готовы и способны её оказать. Оплата, рабочее время или специальность не являются таким основанием.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14 стр.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тексту о взаимодействии медицины и общества, чему врачи под давлением общественности начали уделять особое внимание в XX веке?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Государственному установлению стоимости лечебных услуг</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Переводу пациентов на лечение на дому</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Полному прекращению экспериментов по клонированию</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Внедрению новых лекарственных средств в медицинскую практику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Внедрению новых лекарственных средств в медицинскую практику</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тексте говорится, что под давлением общественности к внедрению новых лекарственных средств в практику стали подходить осторожно, и в результате сформировались принципы «доказательной медицины». Остальные варианты в тексте в качестве такого основания не приводятся.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31 стр.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По Мухамедовой, что поставлено на первое место по последовательности изложения и смыслу в клятве Гиппократа?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Обязанность воздерживаться от причинения пациенту любого вреда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Обязанность хранить врачебную тайну и не разглашать её</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Обязанности овладевающего профессией перед своим учителем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Стремление приносить пользу пациентам в меру сил и знаний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Обязанности овладевающего профессией перед своим учителем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пособии сказано, что правило «не навреди» нельзя считать сутью клятвы, поскольку в тексте на первое место поставлены обязанности перед учителем. Остальные варианты в клятве есть, но не на первом месте.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Muhamedova Z.M., Bioetika, I bob, 1.4-bo‘lim стр.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Какому вопросу посвящена Лиссабонская декларация Всемирной медицинской ассоциации 1981 года?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Правам пациента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Заболеваниям в терминальной стадии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Вопросу терапевтического аборта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Пыткам и жестокому обращению</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Правам пациента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таблице, Лиссабонская декларация относится к правам пациента. Терминальные заболевания — тема Венецианской декларации, терапевтический аборт — Ословской декларации, а пытки — Токийской декларации.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14 стр.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Сколько этических правил проведения медицинского эксперимента на людях содержит Нюрнбергский кодекс, принятый после Второй мировой войны, в 1947 году?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4 правила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6 правил</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 правил</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правил</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10 правил</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учебнике Нюрнбергский кодекс указан как один из первых международных документов по медицинской этике, содержащий 10 этических правил проведения медицинского эксперимента на людях. Остальные числа не соответствуют тексту.</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53 стр.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Какую позицию в отношении врачебной тайны занимал Н. А. Семашко в 1920-х годах?</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Поддерживал курс на строгое сохранение врачебной тайны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Выдвигал курс на полную ликвидацию врачебной тайны</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Требовал раскрывать тайну только по решению суда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Разрешал раскрывать тайну только родственникам пациента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Выдвигал курс на полную ликвидацию врачебной тайны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Семашко, исходя из лозунга «болезнь — не позор, а несчастье», заявил о сохранении курса на полную ликвидацию врачебной тайны. Остальные варианты противоречат его позиции или в источнике не встречаются.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53 стр.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закону Узбекистана, приведённому в учебнике, в каком случае допускается раскрытие врачебной тайны без согласия пациента?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Когда друзья пациента спрашивают о его состоянии, беспокоясь за него</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Когда работодатель запрашивает сведения о болезни работника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Когда следственный или судебный орган запрашивает сведения в связи с производством по делу</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Когда средство массовой информации запрашивает сведения для выхода в эфир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Когда следственный или судебный орган запрашивает сведения в связи с производством по делу</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Закон допускает предоставление сведений без запроса согласия в ограниченных случаях, в том числе по запросу следствия и суда. Запросы друзей, работодателя и средств массовой информации таким случаем не являются, это считается разглашением тайны.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54 стр.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 называется способность ребёнка в возрасте до 16 лет в Англии и Уэльсе давать согласие на лечение, если он обладает достаточным пониманием и разумом?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Компетентность Гиллика (Gillick competence)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Опекун Caldicott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Правило Chester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Критерий Helsinki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Компетентность Гиллика (Gillick competence)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ребёнок осознаёт цель, сущность, последствия и риск лечения, он считается обладающим компетентностью Гиллика. Опекун Caldicott — должность, защищающая конфиденциальность, дело Chester относится к обязанности предупреждать о риске, а Хельсинкская — это декларация об экспериментах.</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20 стр.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Согласно социальному исследованию, проведённому в США (AQShda) под руководством Д. Карнеги, от умения общаться с людьми и влиять на них зависит какой процент успеха в деятельности человека (в том числе в здравоохранении)?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15 процентов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50 процентов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85 процентов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70 процентов</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85 процентов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исследовании установлено, что лишь 15 процентов успеха зависит от специальных знаний, остальные 85 процентов — от коммуникативных способностей. Поэтому культура общения для врача так же важна, как профессиональные знания. Другие цифры в источнике в таком значении не приводятся.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34–35 стр.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требованиям медицинского этикета, какой вид одежды врачу предпочтительно выбирать в процессе работы?</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Носить костюм и галстук</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Носить майку и джинсы</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Современную одежду и дорогие ювелирные украшения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Яркую одежду и заметный макияж</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Носить костюм и галстук</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источнике сказано, что внешний вид врача должен вызывать у пациента доверие, и во время работы предпочтение отдаётся костюму и галстуку. Майка и джинсы, ювелирные украшения и яркий макияж рассматриваются как неподходящие и признак дурного вкуса.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32 стр.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Врач обращается к пациентам не по имени, а по названию болезни: «язвенник», «астматик». Какова, согласно источнику, основная отрицательная последствие такого общения?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Доверие пациента возрастает, так как обращение краткое и точное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Требование сохранения врачебной тайны ещё более укрепляется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Интонация и внутреннее содержание речи становятся несущественными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Богатство личности пациента сводится к рамкам болезни, пробуждается негативное чувство</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Богатство личности пациента сводится к рамкам болезни, пробуждается негативное чувство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Обращение по названию болезни определяет человека только его болезнью и оставляет неприятное впечатление. Остальные варианты противоречат мысли источника или не обоснованы в нём.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34 стр.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Врач знает о состоянии пациента с тяжёлым инфекционным заболеванием. Пациент не соглашается сообщить об этом членам семьи, однако им угрожает реальная и непосредственная опасность. Эту опасность можно устранить только путём раскрытия тайны. Какой ответ верен согласно Международному кодексу медицинской этики Всемирной медицинской ассоциации?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Конфиденциальность — абсолютная обязанность, ни в каком случае раскрывать нельзя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Если существует реальная и непосредственная опасность и её можно устранить только раскрытием тайны, раскрытие этически допустимо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Раскрыть сведения можно только при наличии письменного согласия пациента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Раскрыть сведения можно только при наличии решения суда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Если существует реальная и непосредственная опасность и её можно устранить только раскрытием тайны, раскрытие этически допустимо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кодексе сказано, что конфиденциальную информацию этично раскрывать с согласия пациента либо при реальной и непосредственной угрозе вреда пациенту или другим лицам, если её можно устранить только нарушением тайны. Поэтому конфиденциальность важна, но не абсолютна; раскрытие без согласия или без суда в некоторых случаях также допустимо.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14 стр.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Пациент сказал врачу, что не желает знать диагноз и прогноз своего заболевания. Как, согласно учебнику Мухамедовой, правильно поступить врачу?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Принудительно и сразу сообщает полную информацию, так как это долг врача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 первую очередь сообщает прогноз родственникам, а от пациента скрывает</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Не настаивает, пока пациент не спросит, но объясняет, почему важно быть осведомлённым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Преподносит прогноз лучше, чем он есть на самом деле, смягчая его оптимизмом</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Не настаивает, пока пациент не спросит, но объясняет, почему важно быть осведомлённым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Человек имеет право не знать о состоянии своего здоровья, и информация против его воли не предоставляется. Врач может лишь объяснить важность осведомлённости. Сообщение в первую очередь родственникам и необоснованный оптимизм в источнике не указаны как правильный путь и приводят к конфликту и недоверию.</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51 стр.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Врач обнаружил, что диагноз и лечение, назначенные коллегой, неверны; пациент сейчас находится в стационаре. Какое действие правильно согласно сказанному в учебнике Мухамедовой о профессиональной солидарности и отношении к врачебной ошибке?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Сначала думает, как помочь пациенту, затем обосновANно обсуждает ошибку с коллегой наедине и в закрытой обстановке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Открыто говорит об ошибке в присутствии пациента и его родственников, ставя под сомнение квалификацию коллеги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Закрывает глаза на ошибку и ничего не говорит, чтобы сохранить корпоративную солидарность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Переводит пациента к другому врачу и объявляет виновными всех прежних врачей</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Сначала думает, как помочь пациенту, затем обосновANно обсуждает ошибку с коллегой наедине и в закрытой обстановке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ошибка доказана, основное внимание направляется на помощь пациенту, а критика должна быть обоснованной, не переходить на личность коллеги и высказываться наедине. Солидарность не означает закрывать глаза на ошибку, а дискредитация коллеги перед пациентом считается неэтичной.</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35 стр.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Врач, чтобы привлечь в свою клинику больше пациентов, говорит им, что лечение коллеги неверно, и ослабляет их отношения с этим коллегой. Как оценивается это поведение согласно Международному кодексу медицинской этики Всемирной медицинской ассоциации?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Разрешается, так как врач обязан быть полностью предан каждому пациенту и посвящать ему все свои научные возможности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Разрешается только если сам пациент дал на это согласие, без ущерба для отношений с коллегой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Противоречит этическому правилу: врач не должен нарушать отношения коллеги с пациентом ради привлечения пациентов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Это лишь вопрос рекламы и конкуренции, поэтому требования медицинской этики к нему не применяются</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Противоречит этическому правилу: врач не должен нарушать отношения коллеги с пациентом ради привлечения пациентов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кодексе установлено, что врач должен относиться к коллегам так, как хотел бы, чтобы относились к нему, и не ослаблять отношения коллеги с пациентом ради привлечения пациентов. Остальные варианты неверно истолковывают это правило или его суть.</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14 стр.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Пациент попросил справку для временного освобождения от работы. Врач лично его не осматривал, а полагается только на устные слова коллеги. Как он должен поступить согласно общим обязанностям врача, изложенным Всемирной медицинской ассоциацией?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Не должен подтверждать состояние, которое лично не проверял, так как можно подтверждать только то, что проверил сам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Может подписать, доверившись коллеге, так как профессиональная солидарность предполагает взаимное доверие при подтверждении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Может подписать, если пациент просит справку как врачебную тайну, сохранение тайны преобладает</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Если справка служит интересам пациента на работе, подписание этически оправдано</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Не должен подтверждать состояние, которое лично не проверял, так как можно подтверждать только то, что проверил сам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кодексу, врач подтверждает только то, что установил сам лично при осмотре. Доверие коллеге, интересы пациента или сохранение тайны это требование не меняют.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14 стр.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После процедуры пациент, будучи полностью информированным, требует лечения, которое, по мнению врача, не принесёт общей пользы. Как правильно поступить врачу в соответствии с этапами согласия, изложенными в источнике?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Он обязательно должен назначить лечение, так как автономия пациента всегда превыше профессиональной оценки врача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Он должен молча назначить лечение, чтобы не возник конфликт и сохранилось доверие пациента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Он может отказаться назначать лечение и не обязан объяснять причину, так как клиническое решение принадлежит только врачу</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Он не обязан назначать лечение, но должен объяснить пациенту свои причины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Он не обязан назначать лечение, но должен объяснить пациенту свои причины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Пациент имеет право выбора, однако назначать лечение, признанное не приносящим общей пользы, врач не обязан. Вместе с тем врач должен объяснить пациенту причины отказа.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20 стр.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Пациенту предложили серьёзную хирургическую операцию. Он попросил совета у близких, они посоветовали согласиться, и пациент согласился. Согласно пособию Мухамедовой, в каком случае его окончательное решение считается его собственным свободным решением?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Только если мнение близких полностью совпало с предложением врача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Если он воспринял совет близких не как приказ, а как дополнительную информацию для решения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Если пациент полностью владеет всеми специальными медицинскими знаниями, как врач</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Если пациент принял решение самостоятельно, совершенно не опираясь на авторитет врача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Если он воспринял совет близких не как приказ, а как дополнительную информацию для решения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Достаточно, чтобы пациент понимал суть дела; обладать специальными знаниями он не обязан. Если совет близких принят как дополнительная информация, то даже при опоре на авторитет врача решение остаётся решением самого пациента.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Muhamedova Z.M., Bioetika, I bob, 1.4-band стр.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Страховая компания запрашивает у врача полную историю болезни пациента. С пациентом об этом ещё не говорили, запрос не связан с лечением или аудитом. Какой путь верен согласно источнику?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Это продолжение клинической помощи, поэтому информацию можно предоставить без согласия пациента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Получить явное согласие пациента, сообщить ему объём информации и предоставить только объективные, относящиеся к делу сведения в пределах запрошенного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Отправить историю болезни полностью, так как частичное предоставление информации может неверно повлиять на решение страховой компании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Ни при каких обстоятельствах не разглашать тайну: запрос страховой компании не рассматривается, и пациенту о нём тоже не сообщается</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Получить явное согласие пациента, сообщить ему объём информации и предоставить только объективные, относящиеся к делу сведения в пределах запрошенного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целях, не связанных с клинической помощью и аудитом, например для страхового иска, врач должен запросить специальное согласие, сообщить пациенту объём информации и предоставить только относящиеся к делу, ограниченные сведения. Неверны и абсолютный запрет, и отправка полной истории болезни.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18 стр.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К врачу обратился пациент, политические взгляды которого противоположны взглядам врача. Врач не хочет помогать этому пациенту. Как следует поступить согласно клятве Женевской декларации (редакция 2006 года)?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Он вправе отказать пациенту, так как личные убеждения врача входят в сферу его профессиональной свободы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Не допустить, чтобы политическая принадлежность встала между долгом врача и пациентом, то есть лечить его как обычного пациента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Лечить только в неотложной ситуации, а в остальных случаях политические взгляды могут учитываться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Передать лечение другому врачу и сообщить пациенту о причине своих взглядов</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Не допустить, чтобы политическая принадлежность встала между долгом врача и пациентом, то есть лечить его как обычного пациента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Декларации врач клянётся не допускать, чтобы возраст, болезнь, убеждения, политическая принадлежность и другие факторы вставали между его долгом и пациентом. Ссылка на личные взгляды или ограничение лишь неотложными случаями противоречит этому правилу.</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13 стр.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Представитель фармацевтической компании предложил врачу: если он будет назначать пациентам именно препарат этой компании, то получит процентное вознаграждение за каждый рецепт. Какой путь верен согласно Международному кодексу медицинской этики Всемирной медицинской ассоциации?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Вознаграждение можно принять, если препарат не причиняет вреда пациенту</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Вознаграждение можно принять, если его размер заранее сообщён пациенту</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Отказаться от предложения: нельзя получать финансовую выгоду только за направление пациентов или назначение определённого продукта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Вознаграждение можно принять, если оно разделено поровну с коллегами</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Отказаться от предложения: нельзя получать финансовую выгоду только за направление пациентов или назначение определённого продукта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Кодексу, врач не должен получать никакой финансовой выгоды или поощрения только за направление пациентов или назначение конкретного продукта. Остальные варианты пытаются оправдать выгоду безвредностью, открытостью или разделом, но Кодекс такого исключения не предусматривает.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14 стр.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Врач проводит медицинский осмотр сотрудников по заказу руководства предприятия. Что он обязан сделать перед осмотром согласно Международному кодексу медицинской этики Всемирной медицинской ассоциации?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Полностью объяснить пациенту, что осмотр проводится от имени третьей стороны, и полностью проинформировать его о ситуации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Провести осмотр как обычный лечащий врач, а о заказчике сообщить после получения результата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Не сообщать о заказчике, так как врачебная тайна полностью защищает врача от третьей стороны</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Передать руководству полную медицинскую документацию, так как осмотр проводится по его заказу</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Полностью объяснить пациенту, что осмотр проводится от имени третьей стороны, и полностью проинформировать его о ситуации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Когда врач действует в интересах третьей стороны, пациент должен полностью знать об этой ситуации. Сообщение об этом позже или сокрытие противоречит свободе пациента. Передача документации без согласия и ограничений нарушает требование конфиденциальности.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14 стр.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Врач общей практики осмотрел пациента с редким состоянием. Очевидно, что обследование и лечение выходят за рамки его квалификации. Как он должен поступить согласно кодексу Всемирной медицинской ассоциации?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Не направлять пациента к другому специалисту и продолжать лечить самому: направление ослабит доверие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Назначить только симптоматическое лечение и отправить пациента ждать следующего осмотра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Тайком, не сообщая пациенту, вписать в рецепт имя коллеги по диагнозу</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Проконсультироваться с другим врачом, обладающим необходимыми способностями, или направить пациента к нему</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Проконсультироваться с другим врачом, обладающим необходимыми способностями, или направить пациента к нему</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кодексу, врач должен посвятить пациенту полную преданность и все свои научные возможности; если обследование или лечение выходит за пределы его способностей, он консультируется с квалифицированным коллегой или направляет пациента к нему. Остальные варианты ставят интерес пациента ниже репутации или секретности.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14 стр.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Два человека, следуя принципу «твори добро», размышляют о donation почки: один — совершенно незнакомому пациенту, другой — собственному ребёнку. Какое утверждение об их обязанности верно согласно пособию Мухамедовой?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В обоих случаях обязанность одинакова, так как принцип универсален и не зависит от особых отношений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Если отец или мать отдаёт почку своему ребёнку, это более обязательно в силу социальной роли; отдать незнакомому человеку не является обязанностью</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Отдать незнакомому человеку более обязательно, так как из-за отсутствия выгоды добро в этом случае чистое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Ни то ни другое не обязательно, так как принцип благодеяния никогда не имеет значения</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Если отец или мать отдаёт почку своему ребёнку, это более обязательно в силу социальной роли; отдать незнакомому человеку не является обязанностью</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источнике сказано, что особые отношения (например, родительские) усиливают обязанность творить добро, а от незнакомого человека такая жертва не требуется. Кроме того, законодательство запрещает такое донорство. Первый и третий варианты отрицают роль особых отношений.</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Muhamedova Z.M., Bioetika, I bob, 1.4-bo‘lim стр.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Гинеколог перед осмотром молочной железы предложил пациентке сопровождающего (chaperone), пациентка не согласилась. Требование об осмотре обосновано. Что правильно сделать врачу на следующем шаге согласно пособию?</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Прекратить осмотр и записать пациентку на другой день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Не учитывая отказ, записать в документе только результат осмотра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Продолжить осмотр с разрешения пациентки и после объяснений, записав, что сопровождающий был предложен и от него отказались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Принудительно уговорить пациентку согласиться на сопровождающего</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Продолжить осмотр с разрешения пациентки и после объяснений, записав, что сопровождающий был предложен и от него отказались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правилам интимного осмотра, сопровождающий предлагается, а если пациент не желает, в запись вносится, что он был предложен и от него отказались. Принуждение или прекращение осмотра без причины не требуется. Запись результатов без фиксации предложения ослабляет последующую защиту врача.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16 стр.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Совершеннолетний вменяемый пациент отказывается от переливания крови по религиозным убеждениям, а врач знает, что это приведёт к смерти. Какой путь верен согласно кодексу Всемирной медицинской ассоциации и принципу согласия?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После разъяснения рисков и последствий уважать отказ дееспособного пациента и отразить в записи путь принятия решения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Перелить кровь для сохранения жизни, так как принцип непричинения вреда превыше свободы пациента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Принять решение вместо пациента, спросив его близких, так как они могут изменить решение вменяемого пациента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Проигнорировать отказ и, не сообщая другому врачу, отложить лечение</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После разъяснения рисков и последствий уважать отказ дееспособного пациента и отразить в записи путь принятия решения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Врач должен уважать право дееспособного пациента принять лечение или отказаться от него, даже если решение пациента кажется ему неразумным. Путь принятия решения фиксируется в записи. Эта ситуация является примером столкновения принципов свободы и благодеяния, но для вменяемого пациента решающим является его собственное решение.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17 стр.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Литература</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Отличие медицинской биоэтики от прежних моделей: биоэтика как социальный институ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Muhamedova Z.M. Bioetika (o‘quv qo‘llanma, falsafa fakulteti), Toshkent, 2006. 2006. I bob 1.4 «Bioetikaning asosiy tamoyillari va modellari» (tibbiyot etikasi tamoyillari va modellari, paternalizm, bemor erkinligini hurmat qilish, bioetika modellari)</a:t>
            </a:r>
          </a:p>
          <a:p>
            <a:pPr>
              <a:spcAft>
                <a:spcPts val="1200"/>
              </a:spcAft>
            </a:pPr>
            <a:r>
              <a:rPr sz="1800">
                <a:solidFill>
                  <a:srgbClr val="1F2937"/>
                </a:solidFill>
                <a:latin typeface="Calibri"/>
              </a:rPr>
              <a:t>▸  Muxamedova Z.M. Bioetika (darslik), Toshkent. 2021. II bob (21-40); III bob oxiri (50-61)</a:t>
            </a:r>
          </a:p>
          <a:p>
            <a:pPr>
              <a:spcAft>
                <a:spcPts val="1200"/>
              </a:spcAft>
            </a:pPr>
            <a:r>
              <a:rPr sz="1800">
                <a:solidFill>
                  <a:srgbClr val="1F2937"/>
                </a:solidFill>
                <a:latin typeface="Calibri"/>
              </a:rPr>
              <a:t>▸  Payne-James J., Jones R., Karch S.B., Manlove J. Simpson's Forensic Medicine, 13th ed.. 2011. Chapter 2. The ethics of medical practice, pp. 12–23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