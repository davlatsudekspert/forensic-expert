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5-kurs-tibbiy-profilaktika-07-q30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Mexanik asfiksiya.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“Asfiksiya” atamasi grek tilidan olingan bo‘lib, tub ma’noda nimani anglatadi?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Nafasning to‘xtashini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Qonning quyuqlashishini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Pulsning yo‘qligini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Kislorodning yetishmasligini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Pulsning yo‘qligini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Atama «a» (inkor) va «sphygmos» (puls) so‘zlaridan tuzilgan, shuning uchun tub ma’nosi pulsning yo‘qligidir. Nafasning to‘xtashi va kislorod tanqisligi asfiksiyaning mohiyatiga yaqin tushunchalar, ammo atamaning etimologik ma’nosi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Mexanik asfiksiyada kamqonlik va taloqning qisqarishi (Sabinskiy belgisi) qanday mexanizm bilan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Preasfiktik davrda depolardagi qonning chiqarilishi natijasida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Terminal nafas bosqichida taloq tomirlarida tromboz rivojlanishi tufayli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Postasfiktik davrda ichki qon ketishi natijasida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Ekspirator hansirashda taloqqa qon kelishining to‘xtashi tufayli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Preasfiktik davrda depolardagi qonning chiqarilishi natijasida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Preasfiktik davrda organizm kompensator reaksiya sifatida depolardagi qonni umumiy qon oqimiga chiqaradi, shu sababli taloq qisqarib, kamqon bo‘lib qoladi. Boshqa variantlar asfiksiya davrlariga bog‘lanmagan va bu belgining mexanizmini tushuntirmaydi.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111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Bokarius sinamasida strangulyatsion egat burmachasi sohasidan olingan teri laxtagida qaysi o‘zgarish topilsa, egat hayotiy yetkazilgan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Teri laxtagining quruq va pergamentsimon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Teri yuzasida sirtmoq tugunining bosma izi qolishi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Teri osti yog‘ining oqarib ketishi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To‘laqonlik va qon quyilish alomatlari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To‘laqonlik va qon quyilish alomatlari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Teri laxtagi yog‘dan tozalanib, ikki oynacha orasida yorug‘likda ko‘riladi. Burmacha sohasida to‘laqonlik va qon quyilishlar bo‘lsa, egat hayotiy hosil bo‘lganini bildiradi. Pergamentsimon quruqlik va tugun izi egatning boshqa xususiyatlari, teri osti yog‘ining oqarishi esa hayotiylik belgisi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Osilishda uyqu arteriyasining tashqi qavatida qon quyilishlar bo‘lishi qaysi belgi nomi bilan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Amyuss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Martin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Valxer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Simon belgisi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Martin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Uyqu arteriyasining tashqi qavatidagi qon quyilish Martin belgisi deyiladi. Amyuss belgisi intimaning ko‘ndalang yorilishini, Valxer belgisi to‘sh-o‘mrov-so‘rg‘ichsimon mushak pastki uchidagi qon quyilishni, Simon belgisi esa bo‘yin umurtqalararo disklariga qon quyilishni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Dengiz suvida cho‘kishda alveoladagi sho‘r suv va qon o‘rtasidagi osmotik bosim farqi qanday o‘zgarishga olib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Qonning suyuq qismi alveolaga o‘tib, qon quyuqlashadi va gipovolemiya rivojlanadi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Suv qonga o‘tib, qon suyuladi va osmotik gemoliz kuzatiladi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Suv qonga o‘tib, qon hajmi ortadi va eritrotsitlar shishib yoriladi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Visseral plevra ostida yirik Rasskazov-Lukomskiy-Paltauf dog‘lari hosil bo‘ladi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Qonning suyuq qismi alveolaga o‘tib, qon quyuqlashadi va gipovolemiya rivojlanadi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Sho‘r suvning osmotik bosimi qonnikidan baland bo‘lgani uchun qonning suyuq qismi alveolaga chiqadi, qon quyuqlashadi va gipovolemiya paydo bo‘ladi. Suvning qonga o‘tishi va gemoliz chuchuk suvda cho‘kishga xos. Rasskazov-Lukomskiy-Paltauf dog‘lari ham sho‘r suvda hosil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Nima uchun o‘pka to‘qimasida diatom planktonining topilishi cho‘kishni isbotlash uchun diagnostik ahamiyatga ega emas?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Diatom planktoni o‘pkada tez parchalanib ketadi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O‘pkadagi diatomlar boshqa suv havzasidan kelgan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O‘limdan so‘ng suvga tushganda ham suv nafas yo‘llariga o‘tib, plankton o‘pkaga kirishi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Diatomlar faqat suyak miyada saqlanib, o‘pkada hosil bo‘lmaydi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O‘limdan so‘ng suvga tushganda ham suv nafas yo‘llariga o‘tib, plankton o‘pkaga kirishi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Murda suvga tushgandan keyin ham suv nafas yo‘llariga o‘tishi mumkin, shu sababli o‘pkadagi plankton hayotiy cho‘kishni isbotlamaydi. Parenximatoz a’zolar va suyak miyadagi plankton esa suvga hayotiy tushganlikdan dalolat beradi. Boshqa variantlar manbada bunday izoh sifatida berilmagan.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125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Visseral plevra va epikard ostida aniqlanadigan mayda (diametri 2-3 mm) to‘q qizil qon quyilishlar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Rasskazov-Lukomskiy-Paltauf dog‘lari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Sabinskiy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Tarde dog‘lari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Bruardel belgisi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Tarde dog‘lari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 mayda qon quyilishlar Tarde dog‘lari deyiladi va umumasfiktik belgilarga kiradi. Rasskazov-Lukomskiy-Paltauf dog‘lari kattaroq, chetlari yoyilgan va faqat plevra ostida bo‘ladi. Sabinskiy belgisi taloqning qisqarishi, Bruardel belgisi esa halqum orti qon quyilishidir.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111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Asfiktik (spastik, «quruq») cho‘kishda laringospazm tufayli suv oshqozonga ko‘proq o‘tadi. Shu holatda oshqozonda eng ko‘pi bilan qancha suv aniqlanishi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 litrgacha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300 ml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 ml atrofida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5-15 ml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 litrgacha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Laringospazm suvning nafas yo‘llariga o‘tishiga to‘sqinlik qiladi, shu sababli suv qizilo‘ngach orqali oshqozonga o‘tadi va u yerda 1 litrgacha to‘planishi mumkin. 300 ml chin cho‘kishdagi oshqozon ko‘rsatkichi, 100 ml qorin bo‘shlig‘idagi suyuqlik (Moro belgisi), 5-15 ml esa kalla asosi bo‘shlig‘idagi suyuqlik (Sveshnikov belgisi).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Bo‘yinda arqon yoki kamardan tayyorlangan sirtmoq bo‘lsa, u materialining qattiqligi bo‘yicha qaysi guruhga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Yumshoq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Qattiq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Siljuvchan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Yarim qattiq</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Yarim qattiq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Arqon, shnur va kamar yarim qattiq materiallar qatoriga kiradi. Sochiq, sharf, galstuk yumshoq, sim va zanjir esa qattiq guruhga kiradi. «Siljuvchan» atamasi sirtmoqning materialini emas, tuzilishini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112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Nafas teshiklari qo‘l yoki yumshoq jism bilan yopilgan, ammo jabrlangan qarshilik ko‘rsatmagan. Murda tekshiruvida qanday ko‘rinish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Og‘iz va burun atrofida doimo qontalash va shilinmalar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Umumasfiktik belgilardan boshqa shu turga xos belgi aniqlanmaydi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Nafas yo‘llarida har doim yot jism topiladi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Bo‘yinda aniq strangulyatsion egat hosil bo‘ladi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Umumasfiktik belgilardan boshqa shu turga xos belgi aniqlanmaydi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Qarshilik bo‘lmaganda faqat umumiy tashqi va ichki asfiktik belgilar topiladi, shu turga xos o‘zgarish bo‘lmaydi. Qontalash va shilinmalar qarshilik ko‘rsatilgan hollarda uchraydi. Yot jism va strangulyatsion egat boshqa turdagi asfiksiyaga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119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Notipik osilishning yotgan holatida sirtmoq qanday kuch ta’sirida tortiladi?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 massasining 20%iga teng kuch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Butun tana massasiga teng kuch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Boshning massasiga (4-5 kg) teng kuch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 massasining yarmiga teng kuch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Boshning massasiga (4-5 kg) teng kuch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Yotgan holda sirtmoqni faqat boshning og‘irligi tortadi, bu 4-5 kg ga teng, qon tomir va nervlarni qisish uchun esa katta kuch kerak emas. Tizzalarga tayanib osilganda sirtmoq tana massasining 20%iga teng kuch bilan tortiladi. Butun tana massasi to‘liq (tipik) osilishda ta’sir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112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Bo‘yinni qo‘l bilan bo‘g‘ishda tashqi va ichki jarohatlar o‘zaro qanday nisbatda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Tashqi jarohatlar ichkilarga nisbatan har doim ko‘lamliroq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Ichki jarohatlar odatda tashqilarga nisbatan yaqqolroq va ko‘lamliroq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Til osti suyagi va tog‘aylar shikastlanmaydi, faqat teri jarohatlanadi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Jarohatlar faqat bo‘yinning orqa yuzasida joylashadi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Ichki jarohatlar odatda tashqilarga nisbatan yaqqolroq va ko‘lamliroq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Qo‘l bilan bo‘g‘ishda ichki jarohatlar (til osti suyagi shoxchalari va hiqildoq tog‘aylarining sinishi, yumshoq to‘qimalarga qon quyilishi) tashqilardan yaqqolroq bo‘ladi. Tashqi belgilar esa barmoq va tirnoq izlari bilan cheklanadi. Jarohatlar joylashuvi qotilning holatiga bog‘liq, faqat orqa yuzada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118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Asfiksiyaning preasfiktik davrida organizm kompensator-moslashuv imkoniyatlari hisobiga qanday o‘zgarishlarni vujudga keltiradi?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Qon quyuqlashadi, kislorod transporti sekinlashadi, qon asosan periferik to‘qimalarga qayta taqsimlanadi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Sirkulyasiyadagi qon ko‘payadi, qon suyuqlashadi, hayot uchun muhim a’zolar foydasiga qayta taqsimlanadi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Sirkulyasiyadagi qon kamayadi, qon quyuqlashadi, uning katta qismi ichki a’zolar depolariga yig‘iladi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Nafas maromi keskin tezlashadi, arterial bosim pasayadi, venoz bosim esa ortib boradi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Sirkulyasiyadagi qon ko‘payadi, qon suyuqlashadi, hayot uchun muhim a’zolar foydasiga qayta taqsimlanadi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Preasfiktik davrda organizm asfiktik omil ta’sirini bartaraf etishga harakat qiladi: kislorod tashuvchi qon miqdori ortadi, qon suyuqlashadi va muhim a’zolar foydasiga qayta taqsimlanadi. Shu sabab bu davrda asfiksiya belgilari hali rivojlanmaydi. Oxirgi variant esa keyingi, inspirator hansirash bosqichiga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Asfiktik (spastik) cho‘kishda yurakning havo emboliyasini aniqlash uchun o‘tkaziladigan Sunsov sinamasida yurakning qaysi qismi teshiladi?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O‘ng qorincha, xuddi skalpel uchi bilan yetkazilgan mexanik jarohatlardagi kabi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O‘ng bo‘lmacha, chunki kovak venalardagi qon avval shu yerga quyiladi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Chap bo‘lmacha, chunki o‘pka venalari qonni aynan shu yerga olib keladi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Chap qorincha, o‘ng qorincha emas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Chap qorincha, o‘ng qorincha emas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Keskin emfizema tufayli alveolalararo to‘siqlar shikastlanib, oz miqdordagi havo o‘pka venalari orqali yurakning chap kameralarida to‘planadi. Shu sababli sinamada mexanik jarohatlardagidan farqli ravishda chap qorincha teshiladi.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Kompression asfiksiyada o‘pkaning «karmin shishishi» (Lakkasan belgisi) qanday mexanizm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Kuchsiz nafas olish tufayli o‘pkada boshqa ichki a’zolarga nisbatan kislorodga to‘yingan qonning ko‘proq to‘planib qolishi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Suvning alveolalar orqali qonga o‘tib, eritrotsitlar gemolizi va o‘pka to‘qimasining imbibitsiyasi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Laringospazm natijasida kovak vena tizimida bosimning ko‘tarilib, qon elementlarining o‘pkaga retrograd o‘tishi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Hansirash bosqichida alveolalar devorlarining yorilib, havoning o‘pka venalariga o‘tishi bilan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Kuchsiz nafas olish tufayli o‘pkada boshqa ichki a’zolarga nisbatan kislorodga to‘yingan qonning ko‘proq to‘planib qolishi bilan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Qisilish uzoq davom etganda nafas kuchsiz bo‘ladi, o‘pkada kislorodga to‘yingan qon boshqa a’zolarga nisbatan ko‘proq to‘planadi, shu sababli to‘qima yorqin qizil tusga kiradi. Boshqa variantlar cho‘kish yoki havo emboliyasi mexanizmlariga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129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Qotillikda jabrlanuvchining bo‘ynida old yuzada har tarafda 2-4 tadan, orqa yuzada esa har tarafda bittadan qontalash va shilinmalar topildi, jarohatlar guruh bo‘lib joylashgan. Bo‘yinning qanday bo‘g‘ilishi ehtimolroq?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Old tomondan bir qo‘l bilan bo‘g‘ish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Old tomondan ikki qo‘l bilan bo‘g‘ish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Orqa tomondan ikki qo‘l bilan bo‘g‘ish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Bilak bilan yumshoq jism ustidan qisish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Orqa tomondan ikki qo‘l bilan bo‘g‘ish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Orqa tomondan ikki qo‘l bilan bo‘g‘ilganda bosh barmoqlar bo‘yin orqasida, qolgan barmoqlar old yuzada qoladi, shuning uchun old yuzada 2-4 tadan, orqada bittadan iz hosil bo‘ladi. Old tomondan bo‘g‘ilganda esa aksincha bo‘ladi. Yumshoq jism ustidan qisishda tashqi jarohatlar kam yoki umuman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118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Osilgan shaxs o‘z vaqtida sirtmoqdan olinib, tibbiy muassasaga yetkazildi. U dastlabki soatlardagi asfiktik komadan omon chiqdi, biroq birinchi sutka ichida vafot etdi. Aksariyat postasfiktik holatlarda bu muddatdagi o‘limning eng ehtimoliy sababi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Asfiktik komaning davom etishi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Gipostatik pnevmoniya rivojlanishi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Oshqozon-ichak devori perforatsiyasidan peritonit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O‘tkir qon-tomir yetishmovchiligi tufayli o‘pka va bosh miyaning shishishi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O‘tkir qon-tomir yetishmovchiligi tufayli o‘pka va bosh miyaning shishishi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Postasfiktik holatda o‘lim dastlabki minut va soatlarda asfiktik komadan sodir bo‘ladi. Dastlabki sutkada yetakchi sabab o‘tkir qon-tomir yetishmovchiligi bilan bog‘liq o‘pka va miya shishidir. Gipostatik pnevmoniya kechroq muddatlarga xos, peritonit esa kam uchraydigan asorat.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109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Ko‘lda topilgan murdada o‘pkalar keskin emfizemada, kesmada quruq, visseral plevra ostida faqat Tarde dog‘lari bor, nafas yo‘llarida suv yo‘q. Oshqozonda ko‘p suv aniqlandi. Murdaning parenximatoz a’zolarida diatom planktoni topilmadi, ammo cho‘kish gumon qilinmoqda. Plankton tekshiruvi uchun qaysi namuna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Kallaning asos suyagi bo‘shlig‘idan olingan suyuqlik namunasi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O‘pka to‘qimasidan olingan bo‘lakcha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Jigar parenximasidan olingan bo‘lakcha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Yurakning o‘ng kamerasidan olingan qon namunasi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Kallaning asos suyagi bo‘shlig‘idan olingan suyuqlik namunasi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Ko‘rsatilgan belgilar asfiktik cho‘kishni bildiradi, unda suv qonga o‘tmaydi va parenximatoz a’zolarda plankton bo‘lmasligi mumkin. Shuning uchun kallaning asos suyagi bo‘shlig‘idagi suyuqlik tekshiriladi. O‘pka to‘qimasidagi plankton esa o‘limdan keyin suvga tushganda ham topilishi mumkin, shu sabab diagnostik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125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Osilgan shaxs o‘z vaqtida sirtmoqdan olindi. Nafas va yurak faoliyati tiklangach, arterial bosim va mushaklar tonusi ko‘tarildi, pay reflekslari kuchaydi, tonik talvasalar va yoyuvchi tipdagi patologik reflekslar paydo bo‘ldi, tana harorati ko‘tarildi. Bu postasfiktik holatning qaysi bosqichiga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Arefleksiya, atoniya va bosh miya o‘zagi funksiyasi buzilgan bosqich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Detserebratsion rigidlik va tonik talvasalar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Tonik-klonik talvasalar va giperkinezlar bosqichi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Sopor holati bilan boshlanuvchi karaxtlik davri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Detserebratsion rigidlik va tonik talvasalar bosqichi</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Nafas va yurak tiklangach, mushak tonusi va pay reflekslarining kuchayishi, tonik talvasalar, yoyuvchi patologik reflekslar va isitma asfiktik komaning ikkinchi bosqichi, ya’ni detserebratsion rigidlikka xos. Birinchi bosqichda mushaklar atonik va reflekslar chaqirilmaydi. Uchinchi bosqichda tonik-klonik talvasalar, giperkinezlar va bukuvchi tipdagi reflekslar bo‘ladi. Karaxtlik davrida esa jabrlanuvchi komadan chiqadi va talvasalar kuzatilmaydi.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108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Tana massasi 80 kg bo‘lgan erkak tizzalariga tayanib, notipik (to‘liqsiz) osilgan. Tizzalarga tayanib osilishda sirtmoq tana massasining 20%iga teng kuch bilan tortiladi. Sirtmoqni tortayotgan kuch taxminan qancha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 kg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kg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 kg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16 kg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16 kg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80 kg ning 20%i 16 kg ni beradi. 8 kg tana massasining 10%iga, 12 kg 15%iga, 40 kg esa 50%iga to‘g‘ri keladi, ya’ni bu qiymatlar kitobdagi nisbatga mos kelmaydi. Shu misol bo‘yin tomir va nervlarini qisish uchun katta kuch shart emasligini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112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Osilgan erkak murdasi uyda topildi, unga reanimatsiya o‘tkazilmagan. Sirtmoq tuguni iyak ostida (atipik) joylashgan, egat bo‘yinning pastroq qismida va vertikalligi kam. Ichki tekshiruvda nafas yo‘llarida oshqozon massasi aniqlandi. Bu topilma qaysi mexanizm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Atipik tugunda qizilo‘ngach to‘liq berkilmaydi, adashgan nerv ta’sirlanib qusish chaqiradi va massa aspiratsiya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Tugun bosimidan oshqozon devori yorilib, massa nafas yo‘llariga o‘tadi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Umurtqalararo disklar yorilishi nafas markazini falajlab, qusuq aspiratsiyasini chaqiradi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Massa faqat chirish gazlari ta’sirida o‘tadi, osilish mexanizmi bunga aloqador emas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Atipik tugunda qizilo‘ngach to‘liq berkilmaydi, adashgan nerv ta’sirlanib qusish chaqiradi va massa aspiratsiya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Tugun atipik joylashganda qizilo‘ngach to‘liq yopilmaydi. Adashgan nervning ta’sirlanishi qusishga olib keladi va massa nafas yo‘llariga tushadi. Oshqozon devorining yorilishi va diskning yorilishi bunday mexanizm sifatida tasvirlanmagan. Reanimatsiya o‘tkazilmagani sababli, tashish va massajdan o‘tish varianti ham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113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Daryodan olingan jabrlanuvchiga darhol sun’iy nafas oldirilgan va yurakka bilvosita massaj qilingan. Murdada shilinmalar, qontalashlar, qobirg‘alarning sinishi va jigarning yorilishi aniqlandi. Bu jarohatlar qaysi guruhga kiritilishi ehtimoli yuqori?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Suvga tushishdan oldin yetkazilgan hayotiy jarohatlar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Baliqlar va suv hayvonlari ta’sirida hosil bo‘lgan jarohatlar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Birinchi yordam ko‘rsatish paytida yetkazilgan jarohatlar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Kema vinti va suv osti inshootlariga urilishdan hosil bo‘lgan jarohatlar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Birinchi yordam ko‘rsatish paytida yetkazilgan jarohatlar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Suvdan olish va zudlik bilan sun’iy nafas oldirish, massaj qilish paytida shilinma, qontalash, qobirg‘a sinishi va jigar yorilishi yetkazilishi mumkin. Shuning uchun bu jarohatlarni yordam ko‘rsatish bilan bog‘lash mantiqan to‘g‘ri. Qolgan variantlar boshqa manbalarni bildiradi: suvga tushishdan oldingi shikast, suv hayvonlari va vintlar. Ularning odatiy belgilari bu yerda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232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Suvdan chiqarilgan murdada ekspert suvga tushishning hayotiyligini yurakning chap va o‘ng kameralaridagi qon xususiyatlarini taqqoslash orqali aniqlamoqchi. Quyidagi usullardan qaysi biri bunday taqqoslashga asoslanmagan?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Psevdoplanktonni polyarizatsion mikroskopiyada aniqlash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Krioskopik tekshiruv, ya’ni qonning muzlash haroratini o‘lchash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Refraktometrik tekshiruv, ya’ni qonning nur sindirishini o‘lchash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Qonning elektr o‘tkazuvchanligini tekshirish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Psevdoplanktonni polyarizatsion mikroskopiyada aniqlash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Krioskopik, refraktometrik, quyushqoqlik va elektr o‘tkazuvchanligi tekshiruvlari yurakning chap va o‘ng kameralaridagi qon xususiyatlarini solishtirishga asoslanadi. Psevdoplankton esa suv bilan ichki a’zolarga o‘tgan mayda zarralar bo‘lib, uni polyarizatsion mikroskopiya aniqlaydi. Bu usulda qon xususiyatlari solishtirilmaydi.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126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Silos o‘rasida ishlayotgan odam halok bo‘ldi. O‘ra yopiq bo‘lib, undagi havoda kislorod kam, karbonat angidrid ko‘p, ichida sabzavot va don bijg‘ishi kuzatilgan. Gipoksiya va giperkapniyadan tashqari qaysi omil o‘limning kelib chiqishida ahamiyatli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Havo namligi oshib ketishidan teri nafasining to‘xtashi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Muhit haroratining pasayishidan kelib chiqqan umumiy gipotermiya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Bijg‘ish va chirish jarayonlarida hosil bo‘ladigan toksik moddalar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Ko‘krak qafasining yuqoridan tushgan og‘irlikdan mexanik qisilishi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Bijg‘ish va chirish jarayonlarida hosil bo‘ladigan toksik moddalar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Notoliq yopiq muhitda, jumladan silos o‘ralari va chuqur quduqlarda, bijg‘ish va chirishda hosil bo‘ladigan toksik moddalar gipoksiya va giperkapniyaga qo‘shilib o‘limda rol o‘ynaydi. Teri nafasi, gipotermiya va ko‘krakni mexanik qisish bu holatning xarakterli omillari sifatida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130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Germetik yopiq xonada bir vaqtning o‘zida 4 yoshli bola va katta yoshli odam qolib ketgan. Xona havosida karbonat angidridi konsentratsiyasi 3% ga yetdi.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Ikkalasi uchun ham hayot xavfi hali yo‘q, chunki o‘lim chegarasi ikkalasida 8-10% atrofida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Bola uchun hayot xavfi tug‘ilgan, katta yoshli odamda esa o‘lim chegarasiga hali yetilmagan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Katta yoshli odam uchun hayot xavfi tug‘ilgan, bolalarda esa chegara ancha yuqoriroq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Ikkalasida ham o‘lim muqarrar, chunki konsentratsiya nafas tezlashadigan 0,5% darajadan oshgan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Bola uchun hayot xavfi tug‘ilgan, katta yoshli odamda esa o‘lim chegarasiga hali yetilmagan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Bolalarda hayot uchun xavf havoda karbonat angidridi 2,0-2,5% ga yetganda boshlanadi, kattalarda esa o‘lim odatda 8-10% da sodir bo‘ladi. 3% bola uchun xavfli, katta yoshli odam uchun hali o‘lim chegarasi emas. 0,5% esa faqat nafas maromi tezlashadigan daraja.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130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strangulyatsion egatdan olingan teri bo‘lakchasini mikroskopda tekshirib, egat atrofida reaktiv yallig‘lanish belgilarini topdi. Bu qaysi belgi va u nimani tasdiqlaydi?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Neyding belgisi; egat hayotiy yetkazilganini tasdiqlaydi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Bokarius sinamasi; egat hayotiy yetkazilganini tasdiqlaydi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Kasyanov belgisi; egat o‘limdan keyin hosil bo‘lganini tasdiqlaydi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Kasyanov belgisi; egat hayotiy yetkazilganini tasdiqlaydi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Kasyanov belgisi; egat hayotiy yetkazilganini tasdiqlaydi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Reaktiv yallig‘lanish belgilarining topilishi Kasyanov belgisi deyiladi va egatning hayotiy hosil bo‘lganini ko‘rsatadi, chunki yallig‘lanish reaksiyasi faqat tirik to‘qimada rivojlanadi. Neyding belgisi qon aylanishining buzilishiga, Bokarius sinamasi esa teri laxtagini yorug‘likda ko‘rishda egat burmachasidagi to‘laqonlik va qon quyilishlarga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117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Suvdan topilgan murdada qo‘l kaftlari va oyoq tovon yuzalari terisi to‘liq oqargan va bujmaygan, o‘zgarish qo‘l va oyoqlarning orqa yuzalariga o‘tgan («kir yuvuvchi qo‘li»), ammo teri hali ajralmagan. Suv harorati o‘rtacha bo‘lsa, murda suvda taxminan qancha turgan?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5-8 kun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2-5 kun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 necha soat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10-15 kun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Taxminan 5-8 kun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Matseratsiya bir necha soatda barmoqlarda boshlanadi, 2-5 kunda kaft yuzasini qamraydi, 5-8 kunda esa tovon yuzasini to‘liq egallab, qo‘l va oyoqlarning orqa yuzalariga o‘tadi. Aynan shu davrda «kir yuvuvchi qo‘li» ko‘rinishi paydo bo‘ladi. 10-15 kunda esa sochlar oson sug‘uriladigan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127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Asfiktik (quruq) cho‘kishdan o‘lgan shaxsning ko‘krak limfa yo‘li mikroskopiyasida qon elementlari (limfogemiya) topildi. Bu topilma qaysi mexanizm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Suvning alveolalar orqali qonga o‘tishi va osmotik gemoliz natijasida eritrotsitlar limfaga chiqishi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Reanimatsiya paytidagi yurakka bilvosita massaj natijasida ko‘krak limfa yo‘lining jarohatlanishi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Laringospazm tufayli kovak vena tizimida bosimning ko‘tarilishi va qon elementlarining retrograd o‘tishi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Sho‘r suvning yuqori osmotik bosimi tufayli qon suyuq qismining alveolaga chiqishi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Laringospazm tufayli kovak vena tizimida bosimning ko‘tarilishi va qon elementlarining retrograd o‘tishi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Asfiktik cho‘kishda laringospazm venoz gipertenziyani keltirib chiqaradi, bunda qon elementlari retrograd tarzda ko‘krak limfa yo‘liga o‘tadi. Suvning qonga o‘tishi va gemoliz chin cho‘kishga xos. Qolgan ikki variant limfogemiyaning mexanizmi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123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Osilgan murdada bo‘yinning chap yon tomoni sirtmoq bilan o‘ng tomoniga nisbatan yaqqolroq qisilgani aniqlandi. Ko‘z qorachiqlari holati qanday bo‘lishi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Anizokoriya: o‘ng qorachiq chap qorachiqdan kengroq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Anizokoriya: chap qorachiq o‘ng qorachiqdan kengroq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qorachiq ham bir xilda torayadi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Ikkala qorachiq bir xil kengaygan bo‘ladi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Anizokoriya: chap qorachiq o‘ng qorachiqdan kengroq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Bo‘yin yon tomonlari turlicha qisilganda qorachiqlar turli kattalikda bo‘ladi (anizokoriya), kengroq qorachiq yaqqolroq qisilgan tomonda kuzatiladi. Shu sabab chap qorachiq kengroq bo‘ladi. Boshqa variantlar bir tomonlama qisilish mantig‘iga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Osilgan shaxs sirtmoqda 4 minutga yaqin qolib, qutqarildi va reanimatsiya qilindi. Postasfiktik holatda qaysi o‘zgarishlar kombinatsiyasi eng ehtimolli?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Barqaror arterial gipertenziya, jigar giperfunksiyasi va o‘pka qurishi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Retrograd amneziyasiz tez tiklanish va a’zolarda hech qanday o‘zgarishlar bo‘lmasligi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teri giperesteziyasi va gipergidroz, a’zolar ishiga ta’sir qilmagan holda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Turg‘un gipotoniya, ichki a’zolar ishemiyasi, ba’zan esa miokard infarkti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Turg‘un gipotoniya, ichki a’zolar ishemiyasi, ba’zan esa miokard infarkti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Asfiksiya holatida 3 minut va undan ko‘p bo‘lganda turg‘un gipotoniya, ichki a’zolar ishemiyasi va ba’zan miokard infarkti rivojlanadi. Variantlardagi gipertenziya va a’zolar o‘zgarishsiz qolishi bu davrdagi gipoksik zararga mos kelmaydi. Vegetativ belgilar (gipergidroz, giperesteziya) esa faqat qo‘shimcha hodisa bo‘lib, yetakchi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109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5. Kislorod tanqisligi (asfiksiya)</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 bo‘lim (16-18-boblar). Mexanik asfiksiya; bet 139-153</a:t>
            </a:r>
          </a:p>
          <a:p>
            <a:pPr>
              <a:spcAft>
                <a:spcPts val="1200"/>
              </a:spcAft>
            </a:pPr>
            <a:r>
              <a:rPr sz="1800">
                <a:solidFill>
                  <a:srgbClr val="1F2937"/>
                </a:solidFill>
                <a:latin typeface="Calibri"/>
              </a:rPr>
              <a:t>▸  Iskandarov A.I., Qo‘ldoshev D.R. Sud tibbiyoti (tibbiyot instituti talabalari uchun), Toshkent (egasi taqdim etgan; yopiq foydalanish). . XI-bob. Mexanik asfiksiya; bet 202-234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