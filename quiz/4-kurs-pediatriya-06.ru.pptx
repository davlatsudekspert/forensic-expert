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4-kurs-pediatriya-06-q01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4-kurs-pediatriya-06-q02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4-kurs-pediatriya-06-q03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4-kurs-pediatriya-06-q04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4-kurs-pediatriya-06-q05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4-kurs-pediatriya-06-q06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4-kurs-pediatriya-06-q07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4-kurs-pediatriya-06-q08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4-kurs-pediatriya-06-q09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4-kurs-pediatriya-06-q10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4-kurs-pediatriya-06-q19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4-kurs-pediatriya-06-q21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4-kurs-pediatriya-06-q22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4-kurs-pediatriya-06-q23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4-kurs-pediatriya-06-q24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4-kurs-pediatriya-06-q25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4-kurs-pediatriya-06-q29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4-kurs-pediatriya-06-q30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0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Практическое занятие: Судебно-медицинская экспертиза при смерти от повреждений, причинённых огнестрельным оружием. Взрывная травма.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Тест для аудитории · 30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A227"/>
                </a:solidFill>
                <a:latin typeface="Calibri"/>
              </a:rPr>
              <a:t>Автоматический перевод — не проверен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сгорании 1 г чёрного пороха образуется примерно 300 см³ газообразных веществ. Во сколько раз больше образуется газов у бездымного пороха по сравнению с чёрным порохом?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2 раза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5 раз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3 раза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10 раз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 3 раза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 бездымного пороха объём газов в три раза больше, чем у чёрного. Поэтому энергия, передаваемая пуле, больше, и пуля лучше поражает удалённую цель. Другие цифры в источнике не указаны.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83 стр.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Кем и в каком году впервые были описаны пояски осаднения и загрязнения по краям входного отверстия огнестрельной раны?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Н.И. Пирогов, 1865 год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Н.И. Пирогов, 1849 год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Л.М. Эйдлин, 1932 год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И.В. Виноградов, 1952 год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Н.И. Пирогов, 1865 год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Пояски осаднения и загрязнения приведены в труде Пирогова по военно-полевой хирургии 1865 года. 1849 год — это дата, когда Пирогов описал дефект ткани (минус-ткань). Эйдлин изучал металлизационное кольцо вокруг входного отверстия, а Виноградов — феномен копоти.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91 стр.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огнестрельном повреждении плоской кости в области входа пули образовался дефект в форме усечённого конуса. В каком направлении двигался снаряд?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 большего основания к меньшему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Поперёк оси конуса, в сторону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 соотношению оснований направление определить нельзя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 меньшего основания к большему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От меньшего основания к большему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плоской кости дефект на стороне входа имеет форму усечённого конуса. Меньшее основание конуса обращено в сторону входа пули, большее — в сторону выхода. Поэтому по направлению расширения конуса можно определить направление раневого канала.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92 стр.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ранении дробовым патроном, выстрелянным из охотничьего ружья с гладким стволом, эксперт обнаружил одно основное входное отверстие. Вокруг него имеются мелкие круглые ранки, образованные отдельными дробинами. Какому виду действия и примерно какому расстоянию это соответствует?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Компактное действие, расстояние до 1 метра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Относительно разлётное действие, расстояние до 5 метров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Разлётное действие, расстояние более 5 метров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Компактное действие, ствол упёрт в тело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4: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Относительно разлётное действие, расстояние до 5 метров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относительно разлётном действии дробь ещё не разлетается полностью. В результате, как и при компактном действии, образуется одно основное отверстие и вокруг него мелкие ранки; это наблюдается на расстоянии до 5 метров. При компактном действии бывает только одно отверстие, а при разлётном действии основное отверстие отсутствует.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93 стр.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повреждение выявляется при выстреле холостым патроном (без снаряда) с расстояния нескольких сантиметров?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Большой дефект ткани с разрывами по краям и разрыв внутренних органов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Слепая рана с кровоизлияниями под оболочки головного мозга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Мелкие поверхностные разрывы кожи и ссадина округлой формы, покрытая частицами копоти и пороха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Глубокая слепая рана с раневым каналом 10–15 см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5: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Мелкие поверхностные разрывы кожи и ссадина округлой формы, покрытая частицами копоти и пороха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расстояния нескольких сантиметров патрон без снаряда не причиняет серьёзного повреждения, возникают лишь поверхностные изменения. Тяжёлые изменения, указанные в других вариантах, возникают от действия пороховых газов при выстреле в упор.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94 стр.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взрывах баро-акустическая травма возникает преимущественно вследствие резкого изменения давления под действием ударной волны окружающей среды. Какие органы при этом могут быть повреждены?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Печень и селезёнка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Барабанная перепонка уха и лёгкие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Пищевод и мочевой пузырь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Роговица глаза и эмаль зубов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Барабанная перепонка уха и лёгкие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Резкое изменение давления в ударной волне действует на органы, содержащие воздух, то есть на барабанную перепонку уха и лёгкие. Органы, указанные в других вариантах, в источнике не названы типичной мишенью баро-акустической травмы.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101 стр.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сгорании пороха в ограниченной полости патрона возникает большое давление газов. Какой ответ правильно указывает это давление в атмосферах (атм.) для гладкоствольного и нарезного оружия?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гладкоствольном оружии 2000–3000 атм., в нарезном оружии 400–700 атм.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гладкоствольном оружии 400–700 атм., в нарезном оружии 2000–3000 атм.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гладкоствольном оружии 100–200 атм., в нарезном оружии 700–1000 атм.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оружии обоих видов давление составляет примерно 400–700 атм.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7: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В гладкоствольном оружии 400–700 атм., в нарезном оружии 2000–3000 атм.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гладкоствольном оружии давление значительно ниже (400–700 атм.), а в нарезном оно достигает 2000–3000 атм., поэтому и скорость снаряда в нарезном оружии значительно выше. Остальные варианты переставляют показатели местами или приводят необоснованные цифры.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83 стр.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Выстрел произведён с упором дульного среза ствола в тело под углом (выстрел в неполный упор, под углом). Какая картина ожидается вокруг входного отверстия?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Одинаковый отпечаток по всей окружности, соответствующий срезу ствола, и равные разрывы со всех сторон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Полное отсутствие признаков дополнительных факторов, только собственное действие пули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Симметричное, круговое распределение копоти и частиц пороха вокруг отверстия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Разрывы кожи и расположение копоти, частиц пороха, металла только со стороны тупого угла в виде «язычка»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D. Разрывы кожи и расположение копоти, частиц пороха, металла только со стороны тупого угла в виде «язычка»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выстреле в неполный упор под углом лишь часть дополнительных факторов попадает в раневой канал, остальные выходят в сторону открытого угла между стволом и кожей. Поэтому разрывы и частицы обнаруживаются с одной стороны, в виде язычка. Симметричная картина характерна для выстрела в полный упор или с близкой дистанции.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87 стр.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экспертизе трупа установлено, что раневой канал огнестрельного ранения прерывистый. О чём это обычно свидетельствует?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 том, что повреждение причинено в живом организме, в момент, когда ткани могли сокращаться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 том, что выстрел произведён в упор, с плотным прижатием дульного среза к телу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 том, что ранение причинено из автоматического оружия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 том, что снаряд до попадания в тело встретил преграду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9: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 том, что повреждение причинено в живом организме, в момент, когда ткани могли сокращаться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Прерывистый канал образуется в результате сокращения тканей, расположенных по ходу канала, поэтому он свидетельствует о прижизненности повреждения, то есть о том, что оно причинено при жизни. Остальные варианты не связаны с прерывистостью канала, они относятся к другим признакам: дистанции, виду оружия или преграде.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90 стр.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 какой группе взрывчатых веществ относится порох и какое свойство позволяет применять его в патроне огнестрельного оружия?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Относится к первичной (инициирующей) группе; поскольку он очень чувствителен к различным воздействиям, его можно применять в патроне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Относится к вторичной (бризантной) группе; применяется в патроне благодаря возбуждению под действием детонации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Относится к метательной группе; не подвергается детонации, а разлагается путём горения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Относится к группе пиротехнических составов; состоит из смеси неорганического окислителя и горючего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10: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Относится к метательной группе; не подвергается детонации, а разлагается путём горения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Порох является метательным взрывчатым веществом: он не детонирует, а разлагается горением, поэтому пригоден для выталкивания снаряда из ствола. Первичные вещества применяются в капсюлях и детонаторах, бризантные — в снарядах и бомбах, а пиротехнические составы — в сигнальных ракетах.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99 стр.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взрыве газового баллона основные повреждения у пострадавшего наносятся действием какого фактора?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Термическое воздействие, подобное ожогу паром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Воздействие ударной волны окружающей среды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Специальные поражающие элементы, помещённые во взрывное устройство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Осколки стенки баллона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Осколки стенки баллона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устройствах без заряда вид повреждения зависит от типа взорвавшегося устройства. В газовом баллоне основное повреждение возникает от осколков стенки баллона, а в паровом котле — преимущественно от термического воздействия. Специальных поражающих элементов в баллоне не бывает.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101 стр.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Л.М. Эйдлин в 1932 году обнаружил металлический ободок вокруг входного отверстия. Он указал, что если пуля свинцовая, то с какого наибольшего расстояния ещё можно обнаружить свинец?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50–60 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5–6 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100–120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500–600 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50–60 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Эйдлин указал, что при выстреле свинцовой пулей вокруг входного отверстия остаётся металлический ободок, и свинец можно обнаружить даже с расстояния 50–60 м. Другие цифры в источнике не указаны и являются слишком малыми или слишком большими.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201 стр.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 какому виду взрывов, согласно классификации, приведённой в учебнике, относится взрыв паровых котлов и газовых баллонов?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Естественные взрывы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Умышленные взрывы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Случайные взрывы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Пиротехнические взрывы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Случайные взрывы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Взрывы подразделяются на естественные (молния, вулкан, метеорит), умышленные (взрывчатые вещества, пиротехнические составы) и случайные (газовые баллоны, паровые котлы). Взрыв парового котла и газового баллона происходит без намерения человека, поэтому он считается случайным взрывом. «Пиротехнические взрывы» как отдельный вид не выделяются.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98 стр.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Чем детонация взрывчатого вещества отличается от его обычного горения?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Превращение происходит под действием ударной волны, скорость достигает нескольких тысяч м/сек.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Превращение всегда идёт медленно и начинается только в замкнутой среде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Превращение свойственно только дымному пороху и не создаёт давления газов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Превращение происходит путём горения, и скорость не превышает 400 м/сек.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Превращение происходит под действием ударной волны, скорость достигает нескольких тысяч м/сек.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детонации вещество превращается под действием ударной волны. Процесс идёт со скоростью в несколько тысяч м/сек. и создаёт очень большое давление газов (в тротиле — более ста тысяч атмосфер). Горение же протекает сравнительно медленно: даже у чёрного пороха в замкнутой среде скорость достигает 400 м/сек. Остальные варианты свойственны горению или вообще неверны.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98 стр.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одной стороне диафиза длинной трубчатой кости обнаружен круглый дефект с радиальными трещинами, а на противоположной стороне — более крупный дефект с продольно направленными от него трещинами. Каково направление движения снаряда?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 стороны с более крупным дефектом к стороне с круглым дефектом с радиальными трещинами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Обе стороны являются входными, так как пуля в кости разделилась надвое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Сторона с круглым дефектом — выходная, так как входное отверстие всегда больше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 стороны с круглым дефектом с радиальными трещинами к стороне с более крупным дефектом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15: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От стороны с круглым дефектом с радиальными трещинами к стороне с более крупным дефектом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трубчатой кости на стороне входа пули образуется круглый дефект с радиальными трещинами. На стороне выхода дефект более крупный, а трещины направлены продольно. Следовательно, снаряд двигался от стороны с круглым дефектом к стороне с крупным дефектом. Остальные варианты неверно или противоположным образом трактуют признаки входа и выхода.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92 стр.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Выстрел произведён из пистолета Макарова с расстояния 120 см. На одежде пострадавшего вокруг входного отверстия обнаружены частицы пороха и металла, признаков действия копоти и пороховых газов нет. Какой зоне близкой дистанции соответствует это состояние?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 первой зоне, так как все дополнительные факторы подействовали вместе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 третьей зоне, так как эта зона у пистолета Макарова простирается до 150 см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 второй зоне, так как частицы пороха встречаются только в этой зоне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 неблизкой дистанции, так как расстояние превысило 1 метр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К третьей зоне, так как эта зона у пистолета Макарова простирается до 150 см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Первая зона у пистолета Макарова составляет примерно 1 см, вторая обычно заканчивается на 25–35 см. 120 см находится за пределами обеих зон. Третья зона, в которой остаются только частицы пороха и металла, у пистолета Макарова простирается до 150 см. Поэтому 120 см соответствует третьей зоне, и выстрел всё ещё относится к близкой дистанции.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88 стр.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результате взрыва на поверхности тела пострадавшего, обращённой к центру взрыва, имеются различные механические повреждения. Повреждения обнаружены и на противоположной поверхности. Как эксперт оценит механизм образования этих повреждений?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Ударная волна окружающей среды воздействовала непосредственно на эту поверхность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Образовались в результате удара тела об окружающие предметы или падения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Образовались вследствие химического действия взрывных газов с образованием карбоксигемоглобина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Осколки взрывного устройства вошли со стороны спины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17: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Образовались в результате удара тела об окружающие предметы или падения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Ударная волна действует как тупой предмет с неограниченной плоской поверхностью и образует механические повреждения на поверхности со стороны центра взрыва. Повреждения на противоположной поверхности обычно связаны с отбрасыванием тела и ударом об окружающие предметы или падением. Карбоксигемоглобин — признак химического действия и не объясняет механических повреждений.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100 стр.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плоской кости черепа имеются два огнестрельных дефекта. Линии трещин, начинающиеся от дефекта A, доходят до трещин, начинающихся от дефекта B, и заканчиваются, не пересекая их. В какой последовательности нанесены повреждения?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Сначала нанесено повреждение A, затем повреждение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Оба повреждения нанесены одновременно, так как трещины встретились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Последовательность по линиям трещин определить нельзя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Сначала нанесено повреждение B, затем повреждение 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Сначала нанесено повреждение B, затем повреждение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Линии трещин, начинающиеся от последующего дефекта, не пересекают трещины ранее возникшего повреждения, а доходят до них и останавливаются. Поскольку трещины дефекта A закончились на трещинах B, повреждение A нанесено позже, а B — раньше. Второй и третий варианты противоречат этому правилу.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97 стр.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Эксперт обнаружил в выходном отверстии сквозного огнестрельного ранения в области предплечья конусовидный дефект тканей; вершина дефекта обращена наружу. Какой ответ правильно объясняет это состояние?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Так как пуля при выходе двигалась вместе с пороховыми газами, в выходном отверстии всегда образуется такой дефект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Это отверстие на самом деле входное, так как дефект с вершиной, обращённой наружу, свойствен только входному отверстию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 неширокой области тела пуля сохранила при выходе большую энергию и оказала вырывающее действие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Пуля разрушилась, ударившись о кость, и в результате клиновидного действия в области выхода образовался дефект тканей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 неширокой области тела пуля сохранила при выходе большую энергию и оказала вырывающее действие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выходного отверстия дефект тканей обычно не характерен. Только в тонких областях, таких как предплечье и плечо, пуля при выходе сохраняет большую энергию и, оказывая вырывающее действие, образует конусовидный дефект с вершиной, обращённой наружу. Вершина дефекта во входном отверстии обращена внутрь.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93 стр.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левой боковой поверхности трупа обнаружено 7 близко расположенных друг к другу входных отверстий. Форма и размер отверстий одинаковы, раневые каналы имеют одно направление, признаки дистанции выстрела также не отличаются друг от друга. Какое заключение эксперта наиболее обосновано?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Повреждения могли быть нанесены из автоматического оружия, так как при таком оружии форма, размер отверстий, направление каналов и дистанция не различаются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Повреждения нанесены как минимум из семи разных единиц оружия, так как каждое входное отверстие означает отдельный выстрел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Повреждения нанесены из гладкоствольного охотничьего ружья дробовым патроном, так как дробь разлетается в одну сторону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Повреждения нанесены из пневматического оружия, так как при этом оружии образуется множество одинаковых раневых каналов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20: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A. Повреждения могли быть нанесены из автоматического оружия, так как при таком оружии форма, размер отверстий, направление каналов и дистанция не различаются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Из автоматического оружия может быть выпущено до 900 пуль в минуту. В результате на одной стороне тела появляется множество близко расположенных однотипных повреждений. Дробовой патрон даёт наряду с несколькими входными отверстиями центральное отверстие или рассеянные мелкие раны, а для пневматического оружия такое множество каналов не характерно.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97 стр.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двух отдельных случаях в потерпевшего выстрелили с расстояния 2 см: в одном использован пистолет Макарова, в другом — автомат Калашникова калибра 7,62. Какой ответ правильный с точки зрения зон близкой дистанции?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обоих случаях первая зона: выявляются признаки действия пороховых газов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обоих случаях вторая зона: признаки действия пороховых газов не выявляются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 пистолета Макарова первая зона, у автомата Калашникова вторая зона, так как ствол автомата длиннее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 пистолета Макарова вторая зона (признаков газов нет), а у автомата Калашникова первая зона (признаки газов есть)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D. У пистолета Макарова вторая зона (признаков газов нет), а у автомата Калашникова первая зона (признаки газов есть)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Длина первой зоны для пистолета Макарова около 1 см, для автомата Калашникова — до 3 см. Поэтому расстояние 2 см для пистолета Макарова находится за пределами первой зоны (вторая зона), а для автомата ещё находится в пределах первой зоны. Следовательно, одно и то же расстояние для разного оружия даёт разные признаки дистанции.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88 стр.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трупе обнаружено входное пулевое отверстие, вокруг которого нет копоти, частиц пороха и металла. По обстоятельствам происшествия, в момент выстрела потерпевший стоял по ту сторону двери, прислонившись к ней спиной. Какой вывод эксперта будет правильным?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Выстрел произведён с неблизкого расстояния, так как признаков дополнительных факторов нет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Отсутствие дополнительных факторов не исключает выстрела с близкого расстояния, так как факторы могли остаться на двери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Если бы выстрел был произведён с близкого расстояния, копоть обязательно должна была бы обнаружиться на внутреннем слое одежды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Это повреждение причинено из пневматического оружия, так как при таком оружии действие дополнительных факторов полностью отсутствует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Отсутствие дополнительных факторов не исключает выстрела с близкого расстояния, так как факторы могли остаться на двери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между дульным срезом ствола и потерпевшим есть преграда, дополнительные факторы задерживаются на преграде и не достигают цели. Поэтому их отсутствие не исключает выстрела с близкого расстояния, и эксперт должен это учитывать. Обнаружение копоти на внутреннем слое — другое явление, требующее особых условий.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188 стр.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случае применения газового оружия эксперт хочет взять следы раздражающего вещества с поверхности кожи потерпевшего для судебно-химического исследования. Какой порядок, указанный в учебнике, правильный?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Поверхность кожи протирают сухой ватой, образец помещают в бумажный конверт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Поверхность кожи промывают дистиллированной водой, смыв фиксируют формалином в стеклянной посуде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 поверхности кожи берут смыв с помощью марлевого тампона, смоченного этиловым спиртом, и помещают его в пластиковый пакет или герметичную ёмкость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Слой кожи со следами раздражающего вещества соскабливают скальпелем и отправляют в лабораторию в открытой пробирке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С поверхности кожи берут смыв с помощью марлевого тампона, смоченного этиловым спиртом, и помещают его в пластиковый пакет или герметичную ёмкость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Образцы с крупных предметов и поверхности кожи берут с помощью марлевого тампона, смоченного этиловым спиртом. Смыв помещают в пластиковый пакет или герметично закрывающуюся ёмкость и отправляют в лабораторию. Сухие или открытые способы могут привести к потере раздражающего вещества, а формалин для этой цели не указан.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95 стр.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После взрыва у потерпевшего разрыв барабанной перепонки уха. На теле нет признаков действия взрывных газов и копоти, повреждения причинены осколками взрывного устройства и вторичными снарядами. Какой дистанции взрыва это соответствует?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Относительно близкая дистанция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Контакт взрывного устройства с телом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Близкая дистанция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Неблизкая дистанция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Относительно близкая дистанция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Разрыв барабанной перепонки указывает на действие ударной волны в окружающей среде, действие же продуктов детонации отсутствует. При относительно близкой дистанции повреждения образуются от ударной волны, осколков устройства и вторичных снарядов. При контакте и близкой дистанции действуют также продукты детонации, а при неблизкой дистанции ударная волна не действует.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101 стр.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трупе в правом лёгком имеются два сквозных огнестрельных ранения. В ране A входное и выходное отверстия внутри лёгкого не совпадают друг с другом, а в ране B совпадают. Какой вывод делает эксперт о последовательности ранений?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Первым причинено A, вторым B: пуля B прошла через лёгкое, уже спавшееся после гемопневмоторакса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Первым причинено B, вторым A: вторая пуля сместила спавшееся лёгкое и неправильно направила канал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Оба ранения причинены одновременно: несовпадение отверстий зависит только от скорости пули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Первым причинено B, вторым A: первая пуля сильнее сместила ткань лёгкого и нарушила канал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Первым причинено A, вторым B: пуля B прошла через лёгкое, уже спавшееся после гемопневмоторакса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Первая пуля проходит, когда лёгкое не спавшееся, поэтому входное и выходное отверстия не лежат на одной линии. Образовавшийся гемопневмоторакс вызывает спадение лёгкого, и канал второй пули оказывается прямым. Остальные варианты переворачивают этот порядок или утверждают, что последовательность определить невозможно, что неверно.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193-194 стр.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вскрытии трупа с огнестрельным ранением брюшной полости обнаружено повреждение нижней полой вены, но пуля в брюшной полости не найдена. Какое дальнейшее действие эксперта правильное?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Считает, что пуля прошла навылет, и прекращает поиск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Выполняет рентгенографию, исследует скопившуюся кровь и сгустки, ищет также в полостях сердца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Послойно рассекает только мышцы брюшной стенки и ищет пулю там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Ограничивает поиск областью вокруг раневого канала, так как пуля не перемещается с током крови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Выполняет рентгенографию, исследует скопившуюся кровь и сгустки, ищет также в полостях сердца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Пуля, попавшая в нижнюю полую вену, может достичь сердца с током крови, поэтому её нужно искать и вдали от первичного канала. Этой цели служат рентгенологическое исследование и осмотр кровяных сгустков в сосуде. Остальные варианты необоснованно сужают поиск.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190 стр.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случае взрыва на левой стороне тела потерпевшего выявлены наиболее сильное разрушающее действие газов, наиболее плотное осаждение копоти и направление раневых каналов от осколков влево. Какой вывод делает эксперт о расположении взрывного устройства?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Устройство находилось справа от потерпевшего, так как ударная волна сильнее разрушает противоположную сторону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Расположение устройства определить невозможно, так как следы копоти и осколков зависят только от вида взрыва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Устройство находилось слева, вблизи: все три признака указывают, что центр взрыва был с этой стороны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Устройство находилось над потерпевшим, так как каналы от осколков всегда направлены только сверху вниз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Устройство находилось слева, вблизи: все три признака указывают, что центр взрыва был с этой стороны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Положение относительно центра взрыва определяют, оценивая в совокупности место наиболее сильного разрушающего действия газов, зону наиболее плотного осаждения копоти, расположение осколочных ран и направление их каналов. Если эти три признака указывают на одну сторону, делают вывод, что центр находился с этой стороны.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Харин Г.М. (Kharin G.M.)., Краткий курс судебной медицины: учебное пособие, 110-111 стр.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 данным следствия, в потерпевшего выстрелили с дальнего расстояния трассирующей пулей. Вокруг входного отверстия имеется тёмный поясок, похожий на копоть, но частиц пороха и частиц металла нет. Одежда плотно прилегала к телу. Какой вывод обоснован?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Выстрел произведён с близкой дистанции, так как копоть возникает только вместе с пороховыми газами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Феномен Виноградова: в условиях плотной одежды разрежение после выстрела принесло копоть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Выстрел произведён в упор, так как поясок копоти возник вокруг входного отверстия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Поясок может образоваться от вещества трассирующей пули, поэтому говорить о близкой дистанции преждевременно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D. Поясок может образоваться от вещества трассирующей пули, поэтому говорить о близкой дистанции преждевременно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Соединения бария и магния в составе трассирующей пули могут образовывать поясок, похожий на копоть при выстреле с близкого расстояния, даже при выстреле с дальнего расстояния. Отсутствие частиц пороха и металла подтверждает такой вывод. Для феномена Виноградова одежда не должна плотно прилегать к телу.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194 стр.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потерпевшего в области предплечья и грудной клетки обнаружено в общей сложности два входных и два выходных отверстия. Других следов пуль на теле нет, раневые каналы расположены на одной линии. Какой вывод правильный?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Выстрелов было два, так как одна пуля не может образовать два входных отверстия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Стреляли очередью из автоматического оружия, так как отверстий по два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Одна пуля могла сначала пройти через предплечье, а затем через грудную клетку; количество отверстий не обязательно равно количеству пуль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Одна пуля прошла только по касательной, так как два входных отверстия характерны для касательного ранения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Одна пуля могла сначала пройти через предплечье, а затем через грудную клетку; количество отверстий не обязательно равно количеству пуль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неглубоких (тонких) областях тела (предплечье, грудная клетка) от одной пули могут образоваться два входных и два выходных отверстия. Поэтому количество пуль нельзя определять непосредственно по количеству отверстий; учитываются также направление и расположение каналов.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90 стр.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После взрыва у потерпевшего обнаружены механические повреждения и кровоизлияния в лёгких, характерные для баро-акустической ударной волны. Признаков действия взрывных газов, копоти и ожога одежды нет, повреждения причинены также осколками взрывного устройства и вторичными снарядами. Какой дистанции взрыва это соответствует?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Относительно близкая дистанция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Контакт взрывного устройства с телом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Близкая дистанция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Неблизкая дистанция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30: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Относительно близкая дистанция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относительно близкой дистанции повреждения образуются от ударной волны, осколков устройства и вторичных снарядов, а продукты детонации (газ, копоть) не действуют. При контакте и близкой дистанции действуют также продукты детонации. При неблизкой дистанции признаков ударной волны не бывает, основным фактором являются только осколки и вторичные снаряды.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101 стр.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Литература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при смерти от повреждений, 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4. O'q otar qurollardan jarohatlar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 (egasi taqdim etgan; yopiq foydalanish). 2017. 3-modul. O‘tkir qurollar va o‘q otar jarohatlar; bet 230-290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 (egasi taqdim etgan; yopiq foydalanish). 2006. IV bo‘lim (10-13-boblar). O‘tkir qurollar, o‘q otar va portlash travmasi; bet 92-117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 (egasi taqdim etgan; yopiq foydalanish). . IX-X-boblar. O‘tkir vositalar va o‘q otar qurollar; bet 149-201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