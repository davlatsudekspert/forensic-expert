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4-kurs-davolash-11-q06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4-kurs-davolash-11-q07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4-kurs-davolash-11-q08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4-kurs-davolash-11-q09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4-kurs-davolash-11-q10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4-kurs-davolash-11-q20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4-kurs-davolash-11-q21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4-kurs-davolash-11-q22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4-kurs-davolash-11-q23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4-kurs-davolash-11-q24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4-kurs-davolash-11-q25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4-kurs-davolash-11-q30 · сложный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Практическое занятие: Судебно-медицинская экспертиза трупов при смерти от воздействия физических факторов.</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Тест для аудитории · 30 вопросов</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Автоматический перевод — не проверен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Сколько обычно длится ожоговый шок — первый период ожоговой болезни?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Обычно 1-2 недели, иногда до 3 недель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Обычно до одних суток, иногда 2-3 суток</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Обычно 2-3 недели, иногда несколько месяцев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Обычно 6-8 часов, иногда до 12 часов</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Обычно до одних суток, иногда 2-3 суток</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Ожоговый шок — самый первый период болезни, обычно он длится до суток, иногда 2-3 суток. 1-2 недели характерны для ожоговой токсемии, 2-3 недели и более длительный срок — для септикотоксемии. Срок, исчисляемый часами, не соответствует реальной продолжительности периода шока.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188 стр.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При прижизненном воздействии пламени, если растянуть кожу век, поражённые и непоражённые участки чередуются. Как называется этот признак?</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Признак «позы боксёра»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Признак «гусиной кожи»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Признак «жемчужных бус»</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Признак «гусиных лапок»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Признак «гусиных лапок»</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Живой человек щурит глаза. Поэтому дно складок век защищено от ожога и копоти, а верхняя часть складок обгорает. Эта картина, возникающая при растягивании кожи, называется «гусиными лапками». «Поза боксёра» связана с трупным окоченением, «гусиная кожа» — с воздействием холода, «жемчужные бусы» — с действием электрического тока на кость.</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189 стр.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трупа, обнаруженного после пожара, в результате посмертного воздействия пламени образовалась эпидуральная гематома. Чем она отличается от травматической эпидуральной гематомы?</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Серповидной формы, не прикреплена к твёрдой мозговой оболочке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Веретеновидной формы, не прикреплена к твёрдой мозговой оболочке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Серповидной формы, плотно прикреплена к твёрдой мозговой оболочке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Веретеновидной формы, плотно прикреплена к твёрдой мозговой оболочке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Серповидной формы, не прикреплена к твёрдой мозговой оболочке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Эпидуральная гематома травматического происхождения имеет веретеновидную форму и прикреплена к твёрдой мозговой оболочке. Возникшая же посмертно под действием пламени — серповидной формы и не прикреплена к твёрдой мозговой оболочке. В остальных вариантах признаки формы и прикрепления перепутаны.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190 стр.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 каком месте слизистой оболочки желудка располагаются пятна С.М. Вишневского у умершего от переохлаждения?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углублениях между складками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Только в выходном отделе желудка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 области вершин складок слизистой оболочки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Только в мышечной оболочке желудка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В области вершин складок слизистой оболочки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Эти пятна — мелкие кровоизлияния в области вершин складок слизистой оболочки, диаметром до 0,5 см, они легко снимаются спинкой ножа или струёй воды. Расположение между складками или только в мышечной оболочке для них не характерно. Образование гематина особенно хорошо заметно во входном отделе, но пятна не бывают только в выходном отделе.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193 стр.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Какова международная норма безопасного для организма электрического напряжения?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12 вольт</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36 вольт</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42 вольта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24 вольта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24 вольта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 международной норме безопасное для организма напряжение равно 24 вольтам. 42 вольта встречаются в другом контексте: постоянный ток 120 вольт по действию равен переменному току 42 вольта. Остальные цифры в качестве нормы не приводятся.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197 стр.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От чего в основном наступает смерть в остром периоде баротравмы лёгких?</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От воздушной эмболии артерий головного мозга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От фибрилляции желудочков сердца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От вторичной пневмонии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От компрессионной асфиксии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От воздушной эмболии артерий головного мозга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разрыве лёгочной ткани воздух через лёгочные вены попадает в левые отделы сердца и вызывает артериальную эмболию в большом круге кровообращения. Эмболия артерий головного мозга наиболее опасна. Пневмония приводит к смерти в более поздний период. Компрессионная асфиксия характерна для сдавления тела.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207 стр.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Переменный ток какой частоты считается особенно опасным для организма?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400–600 герц</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40–60 герц</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4000–6000 герц</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10000 герц и выше</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40–60 герц</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Переменный ток частотой 40–60 герц считается наиболее опасным. С ростом частоты опасность тока снижается. Ток частотой 10000 герц и выше применяется в физиотерапии (диатермия, высокочастотная терапия).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198 стр.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Через какое время после воздействия тока выявляется электрогенный некроз при электротравме, не приведшей к смерти?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течение первых нескольких часов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Через 1–2 суток</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Через 6–9 месяцев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Через 3–4 недели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Через 3–4 недели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Электрогенный некроз становится заметен примерно через 3–4 недели после повреждения и может охватывать кожу, мягкие ткани и кости. В его основе лежат тромбоз сосудов, повреждённых током, и нарушение кровоснабжения. Поэтому в первые часы некроз не виден.</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202 стр.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Какая находка характерна при внутреннем исследовании трупа умершего от декомпрессионной болезни?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Сгустки крови с мелкими пузырьками газа в правых камерах сердца и венах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Ярко-красная кровь со сгустками в левых камерах сердца и аорте, мелкие кровоизлияния в желудке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Диффузное кровоизлияние в мягких тканях головы и шеи, резкое полнокровие головного мозга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Копоть в дыхательных путях и пищеводе, высокий уровень карбоксигемоглобина в крови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Сгустки крови с мелкими пузырьками газа в правых камерах сердца и венах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быстром падении давления растворённый в крови и тканях азот превращается в пузырьки газа и вызывает венозную газовую эмболию. Поэтому в правом сердце и венах обнаруживаются газосодержащие сгустки крови. Остальные варианты относятся к переохлаждению, обжиму водолаза и признакам прижизненности при пожаре.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210 стр.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учебнику, во сколько раз давление под водой на глубине 20 м больше атмосферного?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2 раза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 4 раза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 3 раза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 5 раз</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В 3 раза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 увеличением глубины к атмосферному давлению добавляется гидростатическое. На глубине 10 м давление в 2 раза, а на глубине 20 м — в 3 раза больше атмосферного. Показатель «в 2 раза» соответствует 10 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206 стр.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 каком диапазоне доз развивается кишечная форма поражения ионизирующим излучением?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20–80 грей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10–20 грей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более 80 грей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до 10 грей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10–20 грей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Формы лучевого поражения различаются по дозе: до 10 грей — костномозговая, 10–20 грей — кишечная, 20–80 грей — токсемическая (сосудистая), при дозе более 80 грей развивается церебральная форма. Остальные диапазоны относятся не к кишечной форме, а к этим другим формам.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212 стр.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Что рекомендуется, если при поражении электрическим током достоверные признаки смерти не выявлены?</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Начать осмотр пострадавшего, не отделяя его от источника тока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Немедленно направить труп в морг и провести судебно-медицинскую экспертизу</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Ограничиться только наблюдением, не проводя реанимационных мероприятий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Проводить реанимационные мероприятия до появления трупных пятен</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Проводить реанимационные мероприятия до появления трупных пятен</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электротравме часто наблюдается мнимая смерть (vita minima): из-за торможения сердечно-сосудистого и дыхательного центров признаки жизни не определяются. Поэтому реанимация рекомендуется до появления достоверного признака смерти, то есть трупных пятен. Осмотр тела также проводится только после отделения от тока.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204 стр.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При какой силе тока, проходящего через тело при электротравме, смерть наступает в большинстве случаев?</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10 миллиампер</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50 миллиампер</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 миллиампер</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25 миллиампер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100 миллиампер</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Под действием тока 100 миллиампер в большинстве случаев наступает смерть. Ток 50 миллиампер угрожает жизни через сердечно-сосудистую и дыхательную недостаточность, но в большинстве случаев не приводит к смерти. Ток 10-25 миллиампер вызывает главным образом непроизвольное сокращение мышц и судорогу дыхательных мышц.</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197 стр.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Какой признак характерен для микроскопической картины электрометки?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Множество полостей различной формы в роговом и блестящем слоях эпидермиса, кистевидное вытягивание ядер базальных клеток</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Широкий демаркационный инфильтрат из нейтрофильных лейкоцитов и воспалительный валик в эпидермисе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Истончение рогового слоя, округлое расположение ядер базальных клеток параллельно поверхности кожи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Расплавление коллагеновых волокон в дерме при полностью неизменённом эпидермисе</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Множество полостей различной формы в роговом и блестящем слоях эпидермиса, кистевидное вытягивание ядер базальных клеток</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электрометке в роговом и блестящем слоях образуются полости, а ядра клеток базального и шиповатого слоёв вытягиваются перпендикулярно или под углом к поверхности кожи и приобретают метлообразный вид. Воспалительный инфильтрат для метки не характерен, так как вокруг нет признаков воспаления. Округлое параллельное расположение ядер — полная противоположность метке.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202 стр.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Водолаз с аквалангом при подъёме к поверхности воды на глубине 10 м задержал дыхание. К чему это приведёт?</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Объём воздуха в лёгких уменьшится, разовьётся коллапс лёгкого</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Азот в крови увеличится, возникнет наркотическое действие азота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Парциальное давление кислорода возрастёт, начнётся кислородное отравление лёгких</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Объём воздуха в лёгких увеличится, внутрилёгочное давление резко повысится и возникнет баротравма лёгких</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Объём воздуха в лёгких увеличится, внутрилёгочное давление резко повысится и возникнет баротравма лёгких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задержать дыхание при снижении внешнего давления, воздух в лёгких расширяется и внутрилёгочное давление резко повышается. В результате происходит разрыв бронхов и альвеол, развивается баротравма. Уменьшение объёма воздуха характерно для стадии погружения под воду. Действие азота и кислорода связано с длительным пребыванием под высоким давлением.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207 стр.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аварии на ядерном реакторе пострадавший однократно получил дозу 1500 рад (1 грей = 100 рад). Какая клиническая форма лучевого поражения развивается согласно делению, приведённому в учебнике?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Костномозговая форма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Кишечная форма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Токсемическая (сосудистая) форма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Церебральная форма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Кишечная форма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1500 рад равны 15 грей. Это соответствует диапазону 10-20 грей, то есть кишечной форме. Костномозговая форма развивается при дозе до 10 грей, токсемическая — 20-80 грей, церебральная — выше 80 грей.</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212 стр.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У кого из следующих пострадавших, согласно правилам определения тяжести телесных повреждений, эксперт расценит ожог как опасное для жизни повреждение?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Ожог III-IV степени 12 процентов поверхности тела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Ожог III-IV степени 8 процентов поверхности тела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Ожог II степени 18 процентов поверхности тела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Ожог I степени 12 процентов поверхности тела</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Ожог III-IV степени 12 процентов поверхности тела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Ожог III-IV степени более 10 процентов поверхности тела считается опасным для жизни, поэтому подходит 12 процентов. 8 процентов не достигает этого порога. При ожоге II степени порог — более 20 процентов, а 18 процентов меньше. Ожог I степени поверхностный и под такой критерий не подпадает.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187 стр.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Водолаз погиб под водой после повреждения скафандра из-за резкого падения давления под шлемом. Какая совокупность находок при исследовании его трупа подтверждает диагноз сдавления (обжатия) тела?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Сгустки крови с мелкими газовыми пузырьками в правых камерах сердца, пенистая жидкость на разрезе печени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Разрывы лёгочной ткани, пневмоторакс и воздушная эмболия артерий головного мозга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Увеличение и синюшность головы и лица, мелкие кровоизлияния в слизистые оболочки лица и глаз, симметричные кровоизлияния вдоль ключиц</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Кровоизлияния в околоносовые пазухи и среднее ухо, разрыв барабанной перепонки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Увеличение и синюшность головы и лица, мелкие кровоизлияния в слизистые оболочки лица и глаз, симметричные кровоизлияния вдоль ключиц</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При падении давления под шлемом кровь устремляется к голове, поэтому голова увеличивается, лицо становится синюшным и отёчным, появляются мелкие кровоизлияния на лице и в глазах. Также находят симметричные кровоизлияния вдоль ключиц, соответствующие нижнему краю шлема. Сгустки с газовыми пузырьками характерны для декомпрессионной болезни, разрывы лёгких и воздушная эмболия — для баротравмы лёгких, а изменения уха и носа — для баротравмы полостей уха и носа.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208 стр.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человека, умершего от переохлаждения в условиях положительной температуры (до +10°C), трупные пятна оказались сине-фиолетового цвета. У умершего в условиях отрицательной температуры трупные пятна были розово-красноватыми. Каким механизмом объясняется это различие?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При положительной температуре ткани после смерти успевают израсходовать кислород крови, а при отрицательной температуре этот процесс не наблюдается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При положительной температуре в крови накапливается карбоксигемоглобин, а при отрицательной температуре он не образуется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При положительной температуре усиливается гемолиз эритроцитов, и кровь теряет розовый цвет</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При отрицательной температуре трупные пятна из-за замерзания вообще не образуются, а цвет зависит от влажности кожи</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При положительной температуре ткани после смерти успевают израсходовать кислород крови, а при отрицательной температуре этот процесс не наблюдается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переохлаждении кровь обогащена кислородом. При положительной температуре ткани успевают утилизировать этот кислород даже после смерти мозга, поэтому пятна приобретают сине-фиолетовый оттенок. При отрицательной температуре этого не происходит, и пятна остаются розово-красноватыми. Другие варианты в учебнике так не объясняются.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192-193 стр.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Врач выявил у пострадавшего ожог II-III степени на 30% поверхности тела, из них на 10% поверхности более глубокий ожог. В какой форме дроби, согласно рекомендации учебника, записывается этот ожог в диагнозе?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II-III / 30% (10%)</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30% (10%) / II-III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30% / II-III (10%)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(30%) / II-III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30% (10%) / II-III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рекомендации, в числителе дроби записывается площадь ожога (в скобках — площадь более глубокого ожога), а в знаменателе — степени ожога. Поэтому правильная запись — 30% (10%) / II-III. В остальных вариантах числитель и знаменатель перепутаны или данные в скобках расположены неверно.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188 стр.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 месте, где оборвавшийся высоковольтный провод упал на землю, человек попал под «шаговое напряжение», упал из-за судорог мышц ног и умер. Что именно угрожало его жизни?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Сама по себе нижняя «петля тока» прошла через сердце и вызвала фибрилляцию желудочков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Из-за малой длины шага разность потенциалов между двумя точками резко возросла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 результате падения возникла полная «петля тока»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В центре электрического кратера из-за ионизации воздуха образовалась электрическая дуга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В результате падения возникла полная «петля тока»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Нижняя «петля тока», возникающая при шаговом напряжении, не угрожает жизни. Опасность возникает, когда человек падает из-за судорог мышц ног и другие части тела тоже вступают в контакт с землёй: тогда образуется полная «петля тока». Чем длиннее шаг, тем больше напряжение, поэтому второй вариант тоже неверен.</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200 стр.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Электрический ток одинакового напряжения проходит через две разные ткани пострадавшего. Сопротивление первой ткани в 2 раза больше, чем второй. Какой будет сила тока согласно закону Ома?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первой ткани в 2 раза больше, чем во второй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Одинаковой в обеих тканях, так как напряжение одинаково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 первой ткани в 4 раза меньше, чем во второй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 первой ткани в 2 раза меньше, чем во второй</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В первой ткани в 2 раза меньше, чем во второй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Сила тока прямо пропорциональна напряжению и обратно пропорциональна сопротивлению ткани. При одинаковом напряжении и сопротивлении, большем в 2 раза, сила тока будет в 2 раза меньше. Даже при одинаковом напряжении сила тока меняется в зависимости от сопротивления ткани, поэтому второй вариант неверен.</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198 стр.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Пострадавший при аварии на ядерном реакторе был однократно облучён всем телом в дозе 50 грей. Когда, согласно учебнику, обычно наступает смерть?</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конце четвёртой недели после облучения, от инфекционных осложнений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 течение первых двух суток</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 момент самого облучения, от паралича жизненно важных центров головного мозга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По окончании латентного периода, через 2-4 недели, от нарушения кроветворения</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В течение первых двух суток</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однократной дозе 50 грей смерть обычно наступает в течение первых двух суток. Смерть на четвёртой неделе характерна для инфекционных осложнений в периоде выраженных клинических проявлений. Смерть в момент облучения наблюдается при дозах более 150 грей.</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213 стр.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Водолаз умер после быстрого подъёма, подозревается кессонная болезнь. При вскрытии при проколе иглой правого предсердия и желудочка сердца, а также левой его половины пузырьков газа не обнаружено. Каков следующий шаг?</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Налить воду в брюшную полость и, проколов нижнюю полую вену под водой, искать пузырьки газа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Повторно проколоть левую половину сердца и полностью исключить венозную газовую эмболию</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Погрузить лёгкие в воду, не отделяя их от грудной полости, и, нагнетая в них воздух, наблюдать за пузырьками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Искать аэротромбы только в артериях и исключить венозную эмболию</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Налить воду в брюшную полость и, проколов нижнюю полую вену под водой, искать пузырьки газа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кессонной болезни часто развивается венозная эмболия. Если в полостях сердца газ не обнаружен, проводят пробу на газовую эмболию в нижней полой вене: в брюшную полость наливают воду и вену прокалывают под водой. Аэротромбы же ищут в венах и в полостях сердца. Погружение лёгких в воду с нагнетанием воздуха — метод проверки баротравмы лёгких.</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273 стр.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эксперименте установлено, что количество теплоты, выделяющееся в электрическом проводнике, прямо пропорционально квадрату силы тока, сопротивлению проводника и времени действия (закон Джоуля–Ленца). Как изменится количество выделяющейся теплоты, если при неизменных сопротивлении и времени действия силу тока увеличить в 2 раза?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Увеличится в 4 раза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Увеличится в 2 раза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Увеличится в 8 раз</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Не изменится, так как сопротивление осталось постоянным</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Увеличится в 4 раза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Теплота зависит от квадрата силы тока, поэтому при увеличении тока в 2 раза она возрастает в 2² = 4 раза. Остальные варианты не учитывают квадратичную зависимость или ошибочно считают решающим сопротивление.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261 стр.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Зимой на краю поля найден труп, под которым снег подтаял, а затем вновь замёрз с образованием слоя льда. Как правильно эксперту оценить эту находку в качестве прижизненного признака смерти от переохлаждения?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Достоверный признак, доказывающий прижизненное действие низкой температуры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Неспецифичен: наблюдается и тогда, когда не успевший остыть труп кладут на снег</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Признак, указывающий только на смерть, наступившую под снегом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Признак, характерный только для смерти в состоянии сильного опьянения</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Неспецифичен: наблюдается и тогда, когда не успевший остыть труп кладут на снег</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Слой льда под трупом не является специфичным признаком действия низкой температуры. Такой же лёд образуется, если на снег положить не успевший остыть труп человека, умершего от других причин. Поэтому он не может быть прижизненным признаком смерти от переохлаждения.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192 стр.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рабочего, облучённого при аварии на реакторе, в первые дни были тошнота и рвота. Через 12 дней после облучения он чувствует себя хорошо, однако у него начали выпадать волосы и уменьшилось количество клеток в крови. Какому периоду острой лучевой болезни соответствует это состояние?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Периоду общей первичной реакции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Периоду выраженных клинических проявлений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Латентному (скрытому) периоду</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Начальному периоду хронической лучевой болезни</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Латентному (скрытому) периоду</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Первичная реакция длится до 3–4 суток, поэтому 12-е сутки ей не соответствуют. Латентный период длится 2–4 недели: состояние как будто улучшается, но выпадают волосы и уменьшается количество клеток в крови. В периоде выраженных клинических проявлений состояние резко ухудшается и появляются кровоизлияния.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213 стр.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исследовании жидкости ожогового пузыря на трупе, найденном при пожаре, содержание общего белка составило 4,5%. Как правильно истолковать этот результат по времени образования пузыря?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Пузырь образовался после смерти, так как содержание белка высокое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Пузырь образовался после смерти, содержание белка вдвое больше, чем при жизни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Содержание белка не позволяет различить, образовался пузырь при жизни или после смерти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Пузырь образовался при жизни: белка примерно вдвое больше, чем при посмертном образовании</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Пузырь образовался при жизни: белка примерно вдвое больше, чем при посмертном образовании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прижизненном ожоговом пузыре общий белок составляет примерно 4,2–4,9%. При образовании после смерти его примерно вдвое меньше. 4,5% соответствует прижизненному пузырю; остальные варианты переворачивают это соотношение или отрицают диагностическое значение белка.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243-244 стр.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человека, погибшего от электрического тока, электрометка не обнаружена. Какое изменение шерстяных и синтетических волокон одежды, выявленное экспертом при исследовании под стереомикроскопом, подтвердит диагноз действия электрического тока?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Разрыв волокон по прямой линии и их распушение в виде нитей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Покрытие волокон жирными пятнами и их слипание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Шаровидные и веретенообразные утолщения волокон («янтарные чётки»)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Покрытие волокон только частицами копоти</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Шаровидные и веретенообразные утолщения волокон («янтарные чётки»)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Под действием электрического тока на шерстяных и синтетических волокнах образуются шаровидные и веретенообразные утолщения. Этот признак помогает в диагностике при отсутствии электрометки. Остальные варианты не характерны для действия электрического тока и соответствуют механическому разрыву, загрязнению или пожару.</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268 стр.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подготовке замёрзшего трупа к судебно-медицинскому исследованию для сокращения срока оттаивания решили быстро оттаять его с помощью тёплого воздуха или горячей воды до +50°C. К какому последствию это может привести?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Гемолиз крови замедляется, имбибиция тканей уменьшается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Усиливаются гемолиз эритроцитов и посмертная имбибиция тканей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Мелкие трещины, образовавшиеся от замораживания, полностью исчезают</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Трупное окоченение восстанавливается и становится ещё сильнее</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Усиливаются гемолиз эритроцитов и посмертная имбибиция тканей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Чем быстрее оттаивают труп, тем сильнее гемолиз эритроцитов и посмертная имбибиция тканей. Это затрудняет различение прижизненных и посмертных изменений, поэтому предпочтительно медленное оттаивание. Остальные варианты не соответствуют реальным последствиям оттаивания.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194-195 стр.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Литература</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при смерти от воздей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7. Fizik omillar ta'siri</a:t>
            </a:r>
          </a:p>
          <a:p>
            <a:pPr>
              <a:spcAft>
                <a:spcPts val="1200"/>
              </a:spcAft>
            </a:pPr>
            <a:r>
              <a:rPr sz="1800">
                <a:solidFill>
                  <a:srgbClr val="1F2937"/>
                </a:solidFill>
                <a:latin typeface="Calibri"/>
              </a:rPr>
              <a:t>▸  Iskandarov A.I., Qo‘ldoshev D.R. Sud tibbiyoti (tibbiyot instituti talabalari uchun), Toshkent (egasi taqdim etgan; yopiq foydalanish). . XII-bob. Fizik omillar ta’siri; bet 235-283</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 bo‘lim, 14-bob. Harorat, elektr, radiatsiya, bosim ta’siri; bet 118-128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