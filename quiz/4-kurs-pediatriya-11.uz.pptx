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4-kurs-pediatriya-11-q30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№5. Maʻruza: Sud tibbiy toksikologiyasi. Ayrim fizik omillarning organizmga ta’siri.</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Zo‘raki o‘lim tuzilmasida zaharlanishlardan oldin qaysi ikkita sabab turadi?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Mexanik jarohatlar va yuqori harorat ta’siri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Elektr toki ta’siri va mexanik asfiksiya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Mexanik jarohatlar va mexanik asfiksiya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Mexanik asfiksiya va ionlovchi nurlanish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Mexanik jarohatlar va mexanik asfiksiya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Darslikda zaharlanishlar zo‘raki o‘lim tuzilmasida mexanik jarohatlar va mexanik asfiksiyadan keyin uchinchi o‘rinni egallashi aytilgan. Boshqa variantlarda sanalgan fizik omillar bu qatorda zaharlanishdan oldin turmaydi.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132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Giyohvand moddani takroran qabul qilib, bog‘liqlik shakllangan shaxs uni qabul qilmaganda qanday holat kuzatiladi?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Idiosinkraziya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Abstinensiya sindromi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Kumulyasiya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Tolerantlik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Abstinensiya sindromi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Ruhiy va jismoniy bog‘liqlik tufayli moddani qabul qilmaganda abstinensiya sindromi rivojlanadi. Tolerantlik moddaga o‘rganib qolish, idiosinkraziya o‘ta sezgirlik, kumulyasiya esa moddaning to‘planishidir.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134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Quyidagi zaharlardan qaysi biri sud-tibbiy tasnifda destruktiv zaharlar guruhiga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Margimush birikmalari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Sianidlar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Etil spirti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Barbituratlar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Margimush birikmalari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Destruktiv zaharlarga simob, qo‘rg‘oshin, rux, margimush, fosfor va ularning birikmalari kiradi. Sianidlar, etil spirti va barbituratlar funksional zaharlar bo‘lib, asosan markaziy nerv tizimiga ta’sir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139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Kislotalar to‘qimalarga shikastlovchi ta’sirini asosan qaysi zarrachalar orqali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Gidroksil anionlari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Ammoniy kationlari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Og‘ir metall ionlari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Erkin vodorod ionlari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Erkin vodorod ionlari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Kislotalarning shikastlovchi ta’sirini erkin vodorod ionlari beradi: ular to‘qimani suvsizlantirib, oqsilni ivitadi va quruq nekroz hosil qiladi. Gidroksil anionlari esa ishqorlarga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140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Sulema bilan zaharlanganda yo‘g‘on ichakning yuqoriga ko‘tariluvchi qismida difteritik yallig‘lanish va iflos-kulrang tubli yaralar paydo bo‘ladi. Bu o‘zgarish qanday nomlanadi?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“Sulema dizenteriyasi”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“Sulema buyragi”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Simobli stomatit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Simobli gingivit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“Sulema dizenteriyasi”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Yo‘g‘on ichakdagi bu o‘zgarish “sulema dizenteriyasi” deyiladi. “Sulema buyragi” buyrakdagi o‘zgarishni, stomatit va gingivit esa og‘iz bo‘shlig‘idagi o‘zgarishlarni bildiradi.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146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Zaharlilikni solishtirish uchun ishlatiladigan LD50 ko‘rsatkichi nimani bildiradi?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Tajriba hayvonlarining yarmida terapevtik effekt beradigan eng kichik doza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Barcha tajriba hayvonlari uch sutkada halok bo‘ladigan eng kichik doza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Uch sutka ichida tajriba hayvonlarining yarmi halok bo‘ladigan o‘rtacha doza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Qondagi zahar konsentratsiyasi ikki marta kamayadigan doza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Uch sutka ichida tajriba hayvonlarining yarmi halok bo‘ladigan o‘rtacha doza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LD50 – yuborilgandan keyin uch sutka ichida tajriba hayvonlarining 50 foizi halok bo‘ladigan o‘rtacha doza bo‘lib, mg/kg da ifodalanadi. Boshqa variantlar terapevtik effekt, 100% o‘lim yoki chiqarilish tezligini tasvirlaydi, bu LD50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78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Zaharli moddaning organizmga kirishi, turli a’zo va to‘qimalarda taqsimlanishi, metabolizmi hamda organizmdan chiqarilishi jarayonlari majmuini ifodalovchi tushuncha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Toksikodinamika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Biotransformatsiya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Toksikokinetika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Kumulyatsiya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Toksikokinetika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Toksikokinetika zaharning organizmdagi miqdoriy va sifat o‘zgarishlarini, ya’ni kirishi, taqsimlanishi, metabolizmi va chiqarilishini qamrab oladi. Toksikodinamika esa zahar bilan organizmning o‘zaro ta’sir mexanizmini bildiradi. Biotransformatsiya toksikokinetikaning faqat bir qismi, kumulyatsiya esa moddaning to‘planish xususiyatidir.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136-137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Metil spirti bilan zaharlanishda dastlabki narkotik ta’sirdan keyin rivojlanadigan kardiotoksik, nefrotoksik va neyrotoksik o‘zgarishlar qaysi metabolit ta’siri bilan tushuntiriladi?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Formaldegid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Atsetaldegid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Oksalat kislotasi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Sirka kislotasi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Formaldegid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Metil spirti oksidlanganda formaldegid hosil bo‘ladi va keyingi organ zararlanishlari shu metabolitga bog‘lanadi. Atsetaldegid etil spirtining, oksalat kislotasi esa etilenglikolning oksidlanish mahsuloti. Sirka kislotasi bu zaharlanishda asosiy toksik metabolit sifatida ko‘rsatilmagan.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138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Uchuvchan moddalar organizmdan asosan qaysi a’zo orqali chiqariladi?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Buyrak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Jigar (o‘t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Yo‘g‘on ichak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O‘pka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O‘pka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Uchuvchan moddalar asosan nafas bilan, ya’ni o‘pka orqali chiqadi. Suvda eruvchi moddalar buyrak orqali, og‘ir metall birikmalari yo‘g‘on ichak orqali, yog‘da eruvchilar esa o‘t bilan chiqariladi.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137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Margimushning valentligiga ko‘ra birikmalari zaharliligini solishtirganda qaysi fikr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Besh valentli birikmalari zaharliroq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Uch valentli birikmalari zaharliroq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Ikkala valentlikdagi birikmalar teng zaharli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havoda oksidlanmagan toza holati zaharli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Uch valentli birikmalari zaharliroq</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Margimushning barcha birikmalari zaharli, lekin uch valentli birikmalari besh valentlilarga nisbatan zaharliroq. Toza margimush suvda va yog‘da erimagani uchun zaharli emas, havoda oksidlanganda esa zaharli birikmalar hosil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148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Organizmda o‘limga olib kelmaydigan, lekin patologik o‘zgarishlar chaqiradigan doza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Terapevtik doza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Letal doza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Subtoksik doza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Toksik doza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Toksik doza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Toksik doza patologik o‘zgarishlarni chaqiradi, lekin o‘limga olib kelmaydi. Terapevtik doza davolovchi ta’sir beradi, letal doza organizm halokatiga sabab bo‘ladi. Subtoksik dozalar esa surunkali zaharlanishda uzoq muddat oz-ozdan kirgan miqdorlar bo‘lib, bu ta’rifga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78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Barbituratlar nima uchun oshqozonda yaxshi so‘riladi?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Oshqozon pH i taxminan 1 bo‘lgani uchun ular dissotsiatsiyalanmagan molekula shaklida qoladi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Oshqozon kislotasi ularni tuzga aylantirib, yaxshi dissotsiatsiyalanadigan shaklga o‘tkazadi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Oshqozondan so‘rilgan moddalar jigarni chetlab o‘tib, to‘g‘ridan to‘g‘ri umumiy qonga tushadi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Oshqozonning ishqoriy muhiti ularning ionlanishini kuchaytirib, o‘tkazuvchanlikni oshiradi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Oshqozon pH i taxminan 1 bo‘lgani uchun ular dissotsiatsiyalanmagan molekula shaklida qoladi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Oshqozon sharbatining pH i taxminan birga teng, bu muhitda kislotali moddalarning dissotsiatsiyasi bostiriladi va ular dissotsiatsiyalanmagan molekula shaklida yaxshi so‘riladi. Asosli moddalar (alkaloidlar) esa aksincha, kislotada yaxshi dissotsiatsiyalanuvchi tuzlarga aylanib, oshqozonda so‘rilmaydi. Oshqozon muhiti ishqoriy emas, so‘rilgan moddalar esa jigar orqali o‘tadi.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62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Etilenglikol organizmda oksidlanganda hosil bo‘ladigan va gepato- hamda nefrotoksik ta’sir ko‘rsatadigan metabolit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Formaldegid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Oksalat kislotasi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Atsetaldegid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Sirka kislotasi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Oksalat kislotasi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Etilenglikolning butun molekulasi narkotik ta’sir qiladi, uning metaboliti oksalat kislotasi esa jigar va buyrakni shikastlaydi. Formaldegid metil spirtining, atsetaldegid esa etil spirtining metabolitidir.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138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Simobning organik birikmalari (masalan, granozan) bilan zaharlanish anorganik birikmalari (sulema) bilan zaharlanishdan qaysi jihati bilan farq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Buyrak va yo‘g‘on ichak shikastlanishi kuchliroq, simobli stomatit yaqqol rivojlanadi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Asosan o‘yuvchi mahalliy ta’sir ustun bo‘lib, og‘iz shilliq qavatida nekroz yuzaga keladi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Yashirin davr bo‘lmaydi va o‘lim odatda birinchi soatlarda kollapsdan sodir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Neyrotoksik ta’sir kuchliroq, buyrak va yo‘g‘on ichak shikastlanishi kuchsizroq, stomatit rivojlanmaydi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Neyrotoksik ta’sir kuchliroq, buyrak va yo‘g‘on ichak shikastlanishi kuchsizroq, stomatit rivojlanmaydi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Organik simob birikmalarida asosiy zarar markaziy nerv tizimiga tushadi (toksik ensefalopatiya, falajlar), buyrak va yo‘g‘on ichak esa kamroq shikastlanadi. Aksincha, sulema uchun stomatit, “sulema dizenteriyasi” va “sulema buyragi” xos. Organik birikmalar bilan zaharlanish surunkali kechadi va oylar davom etadigan yashirin davrga ega.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146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Fenol (karbol kislotasi) bilan zaharlangan shaxsning siydigi havo bilan kontaktda qanday tusga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Yashil-jigarrang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Qizil-pushti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Sargish-to‘q sariq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Rangsiz, tiniq</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Yashil-jigarrang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Fenolning hosilasi xingidrin siydikda bo‘lgani uchun siydik havoda yashil-jigarrang tus oladi. Boshqa variantlar fenol zaharlanishiga xos bo‘lgan rang o‘zgarishi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142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Spirtli ichimlik ichganini rad etgan shaxsdan alkogolga qon olindi. Namuna xona haroratida 2 sutka saqlangach, qonda 0,8‰ etanol aniqlandi. Bu natijani qanday baholash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Natija ishonchli: 0,8‰ shaxsning spirtli ichimlik qabul qilganini har doim isbotlaydi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Natija yolg‘on manfiy bo‘lishi mumkin, chunki saqlash vaqtida etanol parchalanib ketadi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Natija yolg‘on musbat bo‘lishi mumkin, chunki uzoq saqlashda qonning o‘zida etanol hosil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Natijaga saqlash sharoiti ta’sir qilmaydi, chunki xona harorati namunani o‘zgartirmaydi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Natija yolg‘on musbat bo‘lishi mumkin, chunki uzoq saqlashda qonning o‘zida etanol hosil bo‘ladi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Qon xona haroratida bir sutkadan ortiq saqlansa, unda taxminan 1‰ gacha etanol hosil bo‘lishi mumkin va bu yolg‘on musbat natijaga olib keladi. Shu sababli namuna sovuqda saqlanishi, teri esa etanol bilan artilmasligi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124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Ishchi etillangan benzin bilan ishlagandan so‘ng qisqa yashirin davrdan keyin tana haroratining pasayishi, bradikardiya, gipotoniya, terlash, so‘lak oqishi va o‘tkir psixoz alomatlari paydo bo‘ldi. Shu manzaraning asosiy biokimyoviy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Miyada xolinesteraza va piruvatdegidrogenaza bloklanishi, atsetilxolin hamda piruvatning to‘planishi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Gemoglobinning metgemoglobinga aylanib, to‘qimalarga kislorod tashilishining buzilishi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Sitoxromoksidazaning bloklanishi va to‘qima nafasining to‘xtashi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Sulfgidril guruhlarining bog‘lanishi va buyrak kanalchalarining nekrozi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Miyada xolinesteraza va piruvatdegidrogenaza bloklanishi, atsetilxolin hamda piruvatning to‘planishi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Tetraetilqo‘rg‘oshin miya to‘qimasida xolinesteraza va piruvatdegidrogenaza fermentlarini to‘sib, atsetilxolin va pirouzum kislotasi to‘planishiga olib keladi. Shu sababdan xolinergik alomatlar (bradikardiya, so‘lak oqishi, terlash) va psixoz rivojlanadi. Qolgan variantlar boshqa zaharlar (metgemoglobin hosil qiluvchilar, sianidlar, og‘ir metallar) mexanizmiga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147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 chuqur chirigan, ko‘krak va qorin bo‘shliqlaridagi ichki a’zolar bir-biridan ajratib bo‘lmaydigan aralashmaga aylangan. Zaharlanish manbai noma’lum. Toksikologik tekshiruv uchun qanday namuna olinadi?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jigarning uchdan bir qismi va butun buyrak siydik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Ko‘krak va qorin bo‘shliqlaridagi ichki a’zolar aralashmasidan 1,5–2,0 kg “o‘rta sinama”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oshqozon ichidagi massa va 100–200 ml qon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bosh miyaning uchdan bir qismi va o‘pkaning to‘rtdan bir qismi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Ko‘krak va qorin bo‘shliqlaridagi ichki a’zolar aralashmasidan 1,5–2,0 kg “o‘rta sinama”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Chuqur chirish holatida a’zolarni alohida ajratib bo‘lmaydi, shu sababli ularning aralashmasidan 1,5–2,0 kg miqdorida “o‘rta sinama” olinadi. Boshqa variantlar a’zolari saqlangan murdada olinadigan alohida namunalarga yoki ularning bir qismiga mos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136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Chet el sud-tibbiy amaliyotida gaz-suyuqlik xromatografiyasi yordamida morfin kiritilganidan o‘limgacha o‘tgan vaqt baholanadi. Uzunchoq miya va miyacha tekshirilganda «uzunchoq miyadagi morfin / miyachadagi morfin» nisbati 1,4 chiqdi. Bu natijadan qanday xulosa chiqariladi?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Morfin kiritilganidan o‘limgacha juda qisqa vaqt o‘tgan, o‘lim deyarli darhol kelgan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O‘lim morfin tufayli emas, boshqa narkotik moddaning ta’siridan sodir bo‘lgan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Morfin kiritilganidan beri kamida bir necha soat o‘tgan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Nisbat vaqtni bildirmaydi, u faqat surunkali intoksikatsiyaning isboti hisoblanadi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Morfin kiritilganidan beri kamida bir necha soat o‘tgan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Nisbat 1 dan kichik bo‘lsa, kiritilganidan beri vaqt qisqa; 1 dan katta bo‘lsa, kamida bir necha soat o‘tgan. 1,4 ikkinchi holatga mos keladi. Boshqa variantlar nisbatning bunday talqiniga to‘g‘ri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99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Barbituratlar (kuchsiz organik kislotalar) bilan zaharlangan bemorda zaharning siydik bilan ajralishini tezlashtirish kerak. Siydik reaksiyasi qanday bo‘lsa, ajralish yaxshiroq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Qon plazmasiga nisbatan ishqoriyroq bo‘lsa, kuchsiz kislotali moddalar siydikka yaxshi o‘tadi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Kislotali bo‘lsa, chunki kuchsiz kislotalar kislotali muhitda ko‘proq ionlanadi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Siydik pH ahamiyatsiz, chunki barbituratlar kuchli elektrolitlar sifatida ajraladi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Siydik pH ahamiyatsiz, chunki lipofil birikmalar buyrak orqali baribir to‘liq ajraladi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Qon plazmasiga nisbatan ishqoriyroq bo‘lsa, kuchsiz kislotali moddalar siydikka yaxshi o‘tadi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Kuchsiz kislotali moddalar (barbituratlar, salitsil kislota) plazmadan ishqoriyroq siydikka yaxshi o‘tadi. Kuchsiz asoslar esa kislotali siydikda yaxshi ajraladi. Faqat kuchli elektrolitlar pH ga bog‘liq emas, lipofil moddalar esa buyrak orqali deyarli ajralmaydi.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74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Zaharlanish gumon qilingan murdaning oshqozon tarkibidan suvli so‘rim tayyorlandi: qizil lakmus ko‘kardi, fenolftalein qizil rangga bo‘yaldi. Unga bariy xlorid eritmasi qo‘shilganda fenolftalein rangi yo‘qolmadi.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Muhit ishqoriy reaksiyasi natriy karbonat bilan bog‘liq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Namunada ko‘p miqdorda mineral kislotalar bor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Muhit reaksiyasi sirka kislotasi bug‘lari bilan bog‘liq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Namunada o‘yuvchi ishqor yoki ammiak bor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Namunada o‘yuvchi ishqor yoki ammiak bor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Kuchli ishqor yoki ammiak bo‘lsa, bariy xlorid qo‘shilganda ham gidroksil ionlari qoladi va rang saqlanadi. Natriy karbonatda esa bariy karbonat cho‘kmaga tushib, rang yo‘qoladi. Kislotali moddalar fenolftaleinni umuman qizartirmaydi.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136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Zaharlanishdan shubha qilingan bemorda hayotligida ko‘z qorachig‘ining torayishi (miyoz), tirnoq plastinkalarida oqish ko‘ndalang yo‘llar va soch to‘kilishi (alopetsiya) kuzatilgan. Bu uch belgining kesishuvi qaysi zaharga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Simob birikmalari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Talliy birikmalari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Fosfororganik birikmalar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Atropin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Talliy birikmalari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Miyoz fosfororganik birikmalar, opiatlar va talliyda uchraydi. Tirnoqdagi oqish yo‘llar talliy va margimushga, alopetsiya talliy va simobga xos. Faqat talliy uchala belgini qamrab oladi. Atropinda esa qorachiq kengayadi.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Ромодановский П.О., Баринов Е.Х., Судебная медицина в схемах и рисунках: учебное пособие, 406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Margimush birikmalarini katta miqdorda og‘iz orqali qabul qilgan odamda kuchli bosh og‘rig‘i, alahsirash va qisqa muddatda koma rivojlandi, oshqozon-ichak alomatlari deyarli bo‘lmadi, o‘lim dastlabki soatlarda yuz berdi. Murdada morfologik o‘zgarishlar minimal, bosh miya pardalari keskin shishgan. Bu zaharlanishning qaysi turi?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Oshqozon-ichak turi, vaboga o‘xshash ich ketish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Surunkali turi, soch to‘kilishi va polineyropatiya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Gemolitik turi, o‘tkir buyrak yetishmovchiligi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Paralitik turi, nafas va yurak-qon tomir markazlari falajlanishi bilan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Paralitik turi, nafas va yurak-qon tomir markazlari falajlanishi bilan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Zahar katta miqdorda qabul qilinganda yoki parenteral yuborilganda paralitik tur rivojlanadi. Unda ensefalopatiya belgilari yaqqol, hazm tizimi alomatlari kuchsiz, o‘lim esa markazlar falaji tufayli dastlabki soatlarda keladi. Oshqozon-ichak turida esa tez-tez qusish va ich ketishi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148-149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 ko‘milganiga ancha vaqt bo‘lgan, qazib olinib sud-kimyoviy tekshiruvga namuna olinmoqda. Zaharlanish gumon qilingan zaharlardan qaysi birini shu muddatdan keyin aniqlash eng ehtimolli?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Etil spirti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Kaliy tsianidi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Strixnin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Atropin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Strixnin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Strixnin, margimush va og‘ir metall tuzlari yaxshi saqlanadi, shuning uchun ko‘milgan murdada ham topilishi mumkin. Alkogol va kaliy tsianidi hayotda va o‘limdan keyin tez parchalanadi. Atropin ham o‘limdan keyin emirilishga moyil.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298-299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Tajribada kurare teri ostiga yuborilganda mushaklar tez falajlandi, xuddi shu miqdor oshqozon orqali berilganda esa hech qanday ta’sir kuzatilmadi. Bu farqni qaysi qoidaga asoslanib tushuntirish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Kurare faqat jigarda faollashadi, shuning uchun teri ostiga yuborilganda ham dastlab zaharsiz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Oshqozon shirasi har qanday zaharni to‘liq neytrallaydi, shu sababli og‘iz orqali kirgan modda ta’sir ko‘rsatmaydi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Ayrim zaharlar faqat aniq yo‘llar orqali kirgandagina ta’sir ko‘rsatadi, shuning uchun kirish yo‘li natijani belgilaydi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Teri ostiga yuborilganda ta’sir qiluvchi doza tana vazniga nisbatan kattaroq bo‘lgani uchun falaj tez rivojlanadi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Ayrim zaharlar faqat aniq yo‘llar orqali kirgandagina ta’sir ko‘rsatadi, shuning uchun kirish yo‘li natijani belgilaydi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Zaharning ta’siri uning organizmga kirish yo‘liga bog‘liq: kurare teri ostiga yuborilganda mushaklarni tez falajlaydi, oshqozon orqali kirganda esa ta’sirsiz qoladi. Boshqa variantlar umumlashtirilgan yoki to‘qima xato mexanizmlarni keltiradi, kitobda bunday izoh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288-289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Gumon qilingan ammiakni aniqlash uchun kolba tiqiniga uchta qog‘oz yopishtirildi: namlangan qizil lakmus, qo‘rg‘oshin atsetat bilan ho‘llangan va ishqoriy mis sulfat bilan ho‘llangan. Chirigan obyekt isitilganda lakmus va “mis” qog‘ozi ko‘kardi, “qo‘rg‘oshin” qog‘ozi qoraydi.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Obyektda chirish natijasida vodorod sulfid va ammiak hosil bo‘lgan, shuning uchun ammiakni bu obyektda aniqlab bo‘lmaydi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Ammiak bilan zaharlanish isbotlandi, chunki lakmus va mis qog‘ozi ko‘karishi ammiak uchun xos belgidir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Obyektda faqat vodorod sulfid bor, ammiak mutlaqo yo‘q, shuning uchun ammiak bilan zaharlanish istisno qilinadi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Qora rang qo‘rg‘oshin qog‘ozida ammiak borligini tasdiqlaydi, ko‘k ranglar esa chirishga xos emas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Obyektda chirish natijasida vodorod sulfid va ammiak hosil bo‘lgan, shuning uchun ammiakni bu obyektda aniqlab bo‘lmaydi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Sof ammiakda faqat lakmus va mis qog‘ozi ko‘karadi, qo‘rg‘oshin qog‘ozi o‘zgarmaydi. Uchala qog‘ozning rangi o‘zgarishi chirishda hosil bo‘lgan endogen H2S va NH3 ni ko‘rsatadi, shu sabab ammiakni ishonchli aniqlab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136-137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Sportchi anabolik steroid stanozololni bir necha hafta qabul qilgan va musobaqadan bir oy oldin to‘xtatgan. Musobaqa kuni siydik tahlili manfiy chiqdi. Qaysi namunani tekshirish qabul qilish faktini yil va undan keyin ham aniqlashi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Musobaqadan keyin olingan qon zardobi, chunki qonda steroidlar uzoq saqlanadi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Qayta olingan siydik, chunki steroid metabolitlari siydikda bir yil davomida to‘planadi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Oshqozon yuvindi suvi, chunki modda ichak devorida yillab ushlanib 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Soch, chunki dori moddalari sochda metabolizmga uchramay uzoq muddat saqlanadi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Soch, chunki dori moddalari sochda metabolizmga uchramay uzoq muddat saqlanadi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Soch qulay olinadigan va saqlanadigan substrat bo‘lib, undagi giyohvand va dori moddalari metabolizmga uchramaydi. Stanozolol siydikda topilmaganda ham sochda bir yil va undan ortiq vaqt o‘tgach aniqlangan. Qolgan namunalarda modda tez chiqib ketadi.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148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Opiatlarni aniqlash bo‘yicha siydik tahlilida 437 ta musbat natijadan 7 tasi, 273 ta manfiy natijadan esa 13 tasi xato bo‘lib chiqdi. Manfiy natijalar orasidagi xatolar ulushi taxminan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1,6%</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4,8%</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4,8%</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Manfiy natijalardagi xato ulushi 13/273 ≈ 4,8% ni beradi. 1,6% bu 7/437 bo‘lib, musbat natijalardagi xatoga tegishli; qolgan variantlar bo‘linuvchi-bo‘luvchini aralashtirishdan chiqadi. Manfiy natijalar ishonchliligining pastroq ekani manbadagi umumiy fikrga mos.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123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Murdadan mishyak va simob kabi “metall zaharlar”ni ajratish kerak; ular biologik materialda oqsillarning sulfgidril guruhlari bilan kovalent bog‘ hosil qilgan. Qaysi ajratish usuli mantiqan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Materialni sovuq suv bilan ivitib, suvli so‘rim olish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Materialni kislotali spirtda uzoq muddat ivitish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Oksidlovchi kislotalar bilan qizdirib, organik moddalarni parchalash (minerallashtirish)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Materialni suv bug‘i bilan haydash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Oksidlovchi kislotalar bilan qizdirib, organik moddalarni parchalash (minerallashtirish)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Kovalent bog‘ eng mustahkam bo‘lgani uchun oddiy ivitish uni uzmaydi. Metallarni ajratish uchun organik moddalar oksidlovchi kislotalar bilan qizdirib parchalanadi. Ivitish ionli va kuchsizroq bog‘lar uchun, haydash uchun esa uchuvchan zaharlar mos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Baizoldanov T. (Байзолданов Т.)., Токсикологическая химия: учебник, 69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Zaharlanishga shubha bilan murdani sud-tibbiy ochishda ichki a’zolarni tekshirish tartibi odatdagidan farq qiladi. Qaysi variant to‘g‘ri tartibni ko‘rsatadi?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Avval oshqozon tarkibi suv bilan yuviladi, so‘ng ichaklar ajratiladi, qon esa eng oxirida olinadi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Avval yurak kesilib qon olinadi, keyin kirish va chiqish joyi bog‘langan oshqozon va ichaklar ajratiladi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Avval ichaklar kesilib bo‘shatiladi, so‘ng yurak ochiladi, namunalar formalinda qotiriladi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Avval jigar va buyraklar ajratilib antiseptik eritmada yuviladi, so‘ng qon olinadi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Avval yurak kesilib qon olinadi, keyin kirish va chiqish joyi bog‘langan oshqozon va ichaklar ajratiladi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Zaharlanishga shubhada birinchi bo‘lib yurakdan qon olinadi, so‘ng oshqozon va ichaklar uchlari bog‘lab ajratiladi. Suv va antiseptiklar ishlatilmaydi, chunki zahar yuvilib ketishi mumkin, namunalar formalin yoki spirt bilan qotirilmaydi.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296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№5. Maʻruza: Sud tibbiy toksikologiyasi. Ayrim fizik omillarning organizmga ta’s</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6. Sud-tibbiy toksikologiya</a:t>
            </a:r>
          </a:p>
          <a:p>
            <a:pPr>
              <a:spcAft>
                <a:spcPts val="1200"/>
              </a:spcAft>
            </a:pPr>
            <a:r>
              <a:rPr sz="18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3-bob: zaharlanishlar tasnifi va toksikokinetika, s.53-119</a:t>
            </a:r>
          </a:p>
          <a:p>
            <a:pPr>
              <a:spcAft>
                <a:spcPts val="1200"/>
              </a:spcAft>
            </a:pPr>
            <a:r>
              <a:rPr sz="1800">
                <a:solidFill>
                  <a:srgbClr val="1F2937"/>
                </a:solidFill>
                <a:latin typeface="Calibri"/>
              </a:rPr>
              <a:t>▸  Baizoldanov T. (Байзолданов Т.). Токсикологическая химия: учебник, Almaty: Evero, 2021 (new.krmu.edu.kz ochiq repozitoriy; litsenziya ko‘rsatilmagan — faqat ichki foydalanish). 2021. 1-qism, 4-bob: kimyoviy-toksikologik tahlil metodologiyasi, s.120-151</a:t>
            </a:r>
          </a:p>
          <a:p>
            <a:pPr>
              <a:spcAft>
                <a:spcPts val="1200"/>
              </a:spcAft>
            </a:pPr>
            <a:r>
              <a:rPr sz="1800">
                <a:solidFill>
                  <a:srgbClr val="1F2937"/>
                </a:solidFill>
                <a:latin typeface="Calibri"/>
              </a:rPr>
              <a:t>▸  Iskandarov A.I., Qo‘ldoshev D.R. Sud tibbiyoti (tibbiyot instituti talabalari uchun), Toshkent (egasi taqdim etgan; yopiq foydalanish). . XIII-bob. Sud-tibbiy toksikologiya; bet 284-350</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5-modul. Zaharlovchi moddalar ta’siridan jarohat va o‘lim; bet 375-407</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 bo‘lim, 15-bob. Zaharlar va zaharlanishlar haqida umumiy ma’lumot; test nazorati; bet 129-138</a:t>
            </a:r>
          </a:p>
          <a:p>
            <a:pPr>
              <a:spcAft>
                <a:spcPts val="1200"/>
              </a:spcAft>
            </a:pPr>
            <a:r>
              <a:rPr sz="1800">
                <a:solidFill>
                  <a:srgbClr val="1F2937"/>
                </a:solidFill>
                <a:latin typeface="Calibri"/>
              </a:rPr>
              <a:t>▸  Пиголкин Ю.И. (ред.), Богомолов Д.В., Богомолова И.Н. va boshq. (Pigolkin Yu.I.). Морфологическая диагностика наркотических интоксикаций в судебной медицине: руководство для врачей, М.: Медицина (egasi taqdim etgan; yopiq foydalanish). 2004. 2-bob. Narkotik intoksikatsiyalarni sud-tibbiy diagnostika qilishning yangi metodologik yondashuvlari (kitob beti 89-124); bet 89-124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