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2-kurs-bioetika-11-q01 · oson-o‘rta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2-kurs-bioetika-11-q02 · oson-o‘rta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2-kurs-bioetika-11-q03 · oson-o‘rta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2-kurs-bioetika-11-q04 · oson-o‘rta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2-kurs-bioetika-11-q05 · oson-o‘rta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2-kurs-bioetika-11-q06 · oson-o‘rta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2-kurs-bioetika-11-q07 · oson-o‘rta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2-kurs-bioetika-11-q08 · oson-o‘rta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2-kurs-bioetika-11-q09 · oson-o‘rta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2-kurs-bioetika-11-q10 · oson-o‘rta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2-kurs-bioetika-11-q11 · oson-o‘rta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2-kurs-bioetika-11-q12 · oson-o‘rta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2-kurs-bioetika-11-q13 · oson-o‘rta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2-kurs-bioetika-11-q14 · oson-o‘rta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2-kurs-bioetika-11-q15 · oson-o‘rta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2-kurs-bioetika-11-q16 · qiyin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2-kurs-bioetika-11-q17 · qiyin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2-kurs-bioetika-11-q18 · qiyin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2-kurs-bioetika-11-q19 · qiyin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2-kurs-bioetika-11-q20 · qiyin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2-kurs-bioetika-11-q21 · qiyin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2-kurs-bioetika-11-q22 · qiyin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2-kurs-bioetika-11-q23 · qiyin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2-kurs-bioetika-11-q24 · qiyin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2-kurs-bioetika-11-q25 · qiyin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2-kurs-bioetika-11-q26 · qiyin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2-kurs-bioetika-11-q27 · qiyin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2-kurs-bioetika-11-q28 · qiyin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2-kurs-bioetika-11-q29 · qiyin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2-kurs-bioetika-11-q30 · qiyin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911535" cy="2560320"/>
          </a:xfrm>
          <a:prstGeom prst="rect">
            <a:avLst/>
          </a:prstGeom>
          <a:noFill/>
        </p:spPr>
        <p:txBody>
          <a:bodyPr wrap="square" anchor="b">
            <a:spAutoFit/>
          </a:bodyPr>
          <a:lstStyle/>
          <a:p>
            <a:r>
              <a:rPr sz="3800" b="1">
                <a:solidFill>
                  <a:srgbClr val="FFFFFF"/>
                </a:solidFill>
                <a:latin typeface="Georgia"/>
              </a:rPr>
              <a:t>Inson huquqlari va biotibbiyot to‘g‘risidagi Yevropa konventsiyasi (1997); shifokor–bemor va hamshira–bemor munosabat modellari; klinik xavf va tibbiy yordam xavfsizligi (A3)</a:t>
            </a:r>
          </a:p>
        </p:txBody>
      </p:sp>
      <p:sp>
        <p:nvSpPr>
          <p:cNvPr id="5" name="TextBox 4"/>
          <p:cNvSpPr txBox="1"/>
          <p:nvPr/>
        </p:nvSpPr>
        <p:spPr>
          <a:xfrm>
            <a:off x="640080" y="4343400"/>
            <a:ext cx="10911535" cy="548640"/>
          </a:xfrm>
          <a:prstGeom prst="rect">
            <a:avLst/>
          </a:prstGeom>
          <a:noFill/>
        </p:spPr>
        <p:txBody>
          <a:bodyPr wrap="square">
            <a:spAutoFit/>
          </a:bodyPr>
          <a:lstStyle/>
          <a:p>
            <a:r>
              <a:rPr sz="2200" b="0">
                <a:solidFill>
                  <a:srgbClr val="C9A227"/>
                </a:solidFill>
                <a:latin typeface="Calibri"/>
              </a:rPr>
              <a:t>Sinf testi · 30 ta test savoli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Inson huquqlari va biotibbiyot to‘g‘risidagi Yevropa konventsiyasi (1997); shifo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R. Vitch bo‘yicha injenerlik (texnik) tipidagi modelda bemor murakkab mexanizmga, shifokor esa shu texnika bo‘yicha mutaxassisga o‘xshatiladi. Bu model tibbiy amaliyotning qaysi holatida qo‘llanadi?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Yuqori va murakkab texnologiyalarga asoslangan muolajalarni o‘tkazishda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Bemor hushsiz bo‘lib, o‘z xohish-irodasini ifodalay olmagan holatlarda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Kompetent bemorlarda asosan surunkali kasalliklarni uzoq davolashda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Tomonlar yozma shartnoma tuzib, jarayonni birgalikda nazorat qilganda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Inson huquqlari va biotibbiyot to‘g‘risidagi Yevropa konventsiyasi (1997); shifo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Yuqori va murakkab texnologiyalarga asoslangan muolajalarni o‘tkazishda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Injenerlik modelida shifokor faqat obyektiv ma’lumotlarga tayanadi, shu sababli u texnologik jihatdan murakkab muolajalarda qo‘l keladi. Hushsiz bemorlar uchun sakral, surunkali kasalliklar uchun kollegial, shartnomaviy munosabat uchun kontrakt model xos.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Indiaminov S.I., Bioetika, 53 bet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Inson huquqlari va biotibbiyot to‘g‘risidagi Yevropa konventsiyasi (1997); shifo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Xabardor rozilikni tahlil qilishda uning «bo‘sag‘a elementlari» deb nimalar ataladi?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Muhim ma’lumotlarni uzatish tartibi va tavsiyalar berish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Qaror qabul qilish va muayyan rejani tasdiqlash (avtorizatsiya)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Bemorning malakasi va qaror qabul qilishning ixtiyoriyligi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Tushunish akti va tavsiyalar berish bilan birga rozilik shakli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Inson huquqlari va biotibbiyot to‘g‘risidagi Yevropa konventsiyasi (1997); shifo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Bemorning malakasi va qaror qabul qilishning ixtiyoriyligi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Rozilik jarayoni uchun avvalo bemor kompetent bo‘lishi va qarorni ixtiyoriy qabul qilishi kerak, shuning uchun bu ikkisi bo‘sag‘a elementlari hisoblanadi. Ma’lumot berish bilan bog‘liq jihatlar xabar berish elementlariga, qaror va avtorizatsiya esa rozilik elementlariga kiradi.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Muxamedova Z.M., Bioetika, 47 bet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Inson huquqlari va biotibbiyot to‘g‘risidagi Yevropa konventsiyasi (1997); shifo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Klinik xavf sharoitida «mas’uliyatning konsentratsiyasi» prinsipi nimani nazarda tutadi?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Xavfli muolajalarda har qanday boshqa klinik mulohazalardan avval bemor xavfsizligini qo‘yish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Xavf bilan bog‘liq masalalar bo‘yicha qarorni faqat muassasa rahbariyatiga topshirish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Xavf darajasini nazorat qilish va kamaytirishda tibbiy xodimlarning shaxsiy mas’uliyatini kuchaytirish va jamlash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Muolajaning ijobiy natijasi salbiy oqibatdan ancha salmoqli bo‘lishini ta’minlash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3: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Inson huquqlari va biotibbiyot to‘g‘risidagi Yevropa konventsiyasi (1997); shifo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C. Xavf darajasini nazorat qilish va kamaytirishda tibbiy xodimlarning shaxsiy mas’uliyatini kuchaytirish va jamlash</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Tibbiy xavf har doim shaxsga qaratilgan harakat bo‘lgani uchun muolajani bajarayotgan xodimning shaxsiy mas’uliyati jamlanadi. Birinchi variant ustuvorlik prinsipiga, to‘rtinchisi qo‘sh effektdagi mutanosiblikka tegishli.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Indiaminov S.I., Bioetika, 73 bet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Inson huquqlari va biotibbiyot to‘g‘risidagi Yevropa konventsiyasi (1997); shifo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Tibbiy xatolarni o‘rganishda qo‘llaniladigan «o‘zak sabablar tahlili» usulida «beshta nega» texnikasi nima uchun ishlatiladi?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Xatoga aybdor xodimni tezda aniqlab, unga nisbatan jazo choralarini belgilash uchun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Muassasaning ko‘rsatkichlarini boshqa tibbiy muassasalar bilan taqqoslab baholash uchun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Bemor va uning yaqinlarining shikoyatlari sonini statistik jihatdan hisoblab chiqish uchun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Har bir hodisada bir necha marta «nega» deb so‘rab, tizimli chuqur sabablarni aniqlash uchun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4: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Inson huquqlari va biotibbiyot to‘g‘risidagi Yevropa konventsiyasi (1997); shifo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Har bir hodisada bir necha marta «nega» deb so‘rab, tizimli chuqur sabablarni aniqlash uchun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Texnika ketma-ket «nima uchun» savollari orqali ko‘rinib turgan sababdan ortda yotgan tizimli omillargacha boradi. Maqsad kamchilikni takrorlamaslik, jazolash yoki taqqoslash emas.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Indiaminov S.I., Bioetika, 79 bet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Inson huquqlari va biotibbiyot to‘g‘risidagi Yevropa konventsiyasi (1997); shifo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Nyurnberg kodeksida (1947) odamlarda tajriba o‘tkazishga qo‘yilgan birinchi talab qaysi?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Inson ishtirokidagi tadqiqot loyihasini etika qo‘mitasi ko‘rib chiqib ma’qullashi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Insonning ixtiyoriy roziligi bo‘lishi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Tadqiqotdan keyin ishtirokchilarga kompensatsiya berilishi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Tajriba oldin hayvonlarda sinab ko‘rilgan bo‘lishi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5: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Inson huquqlari va biotibbiyot to‘g‘risidagi Yevropa konventsiyasi (1997); shifo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Insonning ixtiyoriy roziligi bo‘lishi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Kodeks talablari ichida eng avvalgisi sub’ektning ixtiyoriy roziligidir. Etika qo‘mitasi ekspertizasi Xelsinki deklaratsiyasida, kompensatsiya Belmont prinsiplarida, hayvonlarda oldindan sinash esa JTA hujjatlarida ta’kidlanadi.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Indiaminov S.I., Bioetika, 144 bet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Inson huquqlari va biotibbiyot to‘g‘risidagi Yevropa konventsiyasi (1997); shifo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Buyuk Britaniyada 16 yoshgacha bo‘lgan bolaning davolanishga rozilik berish layoqati «Gillick kompetentligi» tushunchasiga ko‘ra nimaga bog‘liq?</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Muolaja vaqtida ota-onadan kamida biri shifoxonada hozir bo‘lishiga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Bola muolajaning maqsadi, mohiyati, oqibati va xavfini anglash uchun yetarli tushuncha va aqlga ega ekanligiga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Faqat bolaning pasportdagi yoshi va sud tomonidan belgilangan layoqatiga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Bolaning kasallik tarixida avval shunday muolaja o‘tkazilgan bo‘lishiga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Inson huquqlari va biotibbiyot to‘g‘risidagi Yevropa konventsiyasi (1997); shifo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B. Bola muolajaning maqsadi, mohiyati, oqibati va xavfini anglash uchun yetarli tushuncha va aqlga ega ekanligiga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Kitobda layoqat qat’iy yosh chegarasi bilan emas, bolaning muolaja mohiyati, oqibati va xavfini baholay olishi, tibbiy maslahatni tahlil qila olishi bilan belgilanishi aytiladi. Xronologik yosh bitta omil, xolos; qolgan variantlar bunday shart qo‘ymaydi.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20 bet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Inson huquqlari va biotibbiyot to‘g‘risidagi Yevropa konventsiyasi (1997); shifo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R. Vitch bo‘yicha qaysi modelda shifokor va bemor tenglik va o‘zaro ishonch asosida hamkor bo‘ladi? Bu model asosan ma’lum darajada kompetent bemorlarda, surunkali kasalliklarni davolashda qo‘llanadi.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Sakral (pastor) tipidagi model</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Injenerlik (texnik) tipidagi model</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Kollegial tipdagi model</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Kontrakt (shartnoma) tipidagi model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7: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Inson huquqlari va biotibbiyot to‘g‘risidagi Yevropa konventsiyasi (1997); shifo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Kollegial tipdagi model</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Kollegial model nopatemalistik yondashuvga asoslangan va tomonlarning tengligini nazarda tutadi. Sakral va injenerlik modellarida bemorning qaror qabul qilishdagi roli yo‘q yoki deyarli yo‘q. Kontrakt modeli esa tomonlar o‘rtasidagi shartnoma shartlariga tayanadi.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Indiaminov S.I., Bioetika, 53 bet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Inson huquqlari va biotibbiyot to‘g‘risidagi Yevropa konventsiyasi (1997); shifo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Shifokor bemor uchun ustoz va do‘st sifatida masalalarni muhokama qiladi va bemor qadriyatlariga imkon qadar mos keladigan eng yaxshi variantni tanlashga yordam beradi. Emanuel va Emanuel (1992) bo‘yicha bu qaysi model?</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Paternalistik model</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Ma’lumot berish modeli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Talqin qilish modeli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Kengashish modeli</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8: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Inson huquqlari va biotibbiyot to‘g‘risidagi Yevropa konventsiyasi (1997); shifo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Kengashish modeli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Kengashish modelida shifokor bemorning qadriyatlarini hisobga olib, eng maqbul variantni birga tanlashga yordam beradi. Talqin qilish modelida shifokor muolajaning maqsadi, xavf omillari va oqibatlarini tushuntiruvchi maslahatchi bo‘ladi. Ma’lumot berish modelida shifokor faqat ma’lumot beradi, paternalistik modelda esa qarorni o‘zi qabul qiladi.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Indiaminov S.I., Bioetika, 54 bet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Inson huquqlari va biotibbiyot to‘g‘risidagi Yevropa konventsiyasi (1997); shifo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Hamshira–bemor munosabatlarining qaysi modelida hamshiraning vazifasi faqat belgilangan muolajalarni texnik jihatdan bajarish bilan cheklanadi?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Texnik model</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Ona o‘rnini bosuvchi hamshira modeli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Kontrakt klinik model</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Kollegial model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9: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Inson huquqlari va biotibbiyot to‘g‘risidagi Yevropa konventsiyasi (1997); shifo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Texnik model</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Texnik modelda hamshira faqat tayinlangan muolajalarni bajaradi. Ona o‘rnini bosuvchi modelda u bemor hayoti va sog‘lig‘i uchun to‘liq javobgar bo‘ladi. Kontrakt klinik modelda hamshira bemor qarorlarini amalga oshiradi. Kollegial model esa Vitchning shifokor–bemor modeli bo‘lib, hamshira–bemor modellariga kirmaydi.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Indiaminov S.I., Bioetika, 55 bet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Inson huquqlari va biotibbiyot to‘g‘risidagi Yevropa konventsiyasi (1997); shifo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Klinik xavfning ikki negizidan biri muolajadan oldin bemorning salomatlik holati bilan bog‘liq xavfdir. Bu xavf qanday ataladi?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Ya’ni iatrogen xavf</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Morbid xavf</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Kontekstual xavf</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Tizimli xavf</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Inson huquqlari va biotibbiyot to‘g‘risidagi Yevropa konventsiyasi (1997); shifo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Morbid xavf</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Muolajadan oldingi salomatlik holatidan kelib chiqadigan xavf morbid xavf deyiladi. Iatrogen xavf esa muolajani o‘tkazishning o‘zi bilan bog‘liq. Kontekstual holatlar to‘rt kvadrat usulidagi tushuncha, tizimli xatolar esa yordam ko‘rsatishni tashkil etishdagi nuqsonlar bilan bog‘liq.</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Indiaminov S.I., Bioetika, 72 bet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Inson huquqlari va biotibbiyot to‘g‘risidagi Yevropa konventsiyasi (1997); shifo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Zamonaviy bioetikaning yo‘nalishlaridan biri bo‘lgan tashkiliy bioetika asosan nimani o‘rganadi?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Hayvonlarda tajriba o‘tkazishning xalqaro standartlarini ishlab chiqishni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Shifokorlar o‘rtasidagi korporativ munosabatlarning tarixiy shakllanishini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Yordam ko‘rsatishdagi tashkiliy shart-sharoitlarning sifatga ta’sirini va undan kelib chiqadigan axloqiy muammolarni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Tibbiy xizmatlar narxini bozor mexanizmlari orqali belgilash tartibini</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11: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Inson huquqlari va biotibbiyot to‘g‘risidagi Yevropa konventsiyasi (1997); shifo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C. Yordam ko‘rsatishdagi tashkiliy shart-sharoitlarning sifatga ta’sirini va undan kelib chiqadigan axloqiy muammolarni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Tashkiliy bioetika tibbiy yordam ko‘rsatishdagi tizimli shart-sharoitlarni, ularning sifatga ta’sirini va klinik xavf hamda xavfsizlik bilan bog‘liq axloqiy muammolarni tahlil qiladi. Boshqa variantlar bu fanning predmetiga kirmaydi.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Indiaminov S.I., Bioetika, 77 bet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Inson huquqlari va biotibbiyot to‘g‘risidagi Yevropa konventsiyasi (1997); shifo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Yevropa Kengashining 1997-yilda qabul qilingan biotibbiyot va inson huquqlari to‘g‘risidagi konventsiyasining 17-moddasi qaysi shaxslarning himoyasiga oid talablarni belgilaydi?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Tadqiqotda ishtirok etishga rozilik berish qobiliyatiga ega bo‘lmagan shaxslarni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Organ donorlari bo‘lgan shaxslarni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Genetik test o‘tkazayotgan shaxslarni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Rozilik berib, keyin uni qaytarib olgan shaxslarni</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12: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Inson huquqlari va biotibbiyot to‘g‘risidagi Yevropa konventsiyasi (1997); shifo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Tadqiqotda ishtirok etishga rozilik berish qobiliyatiga ega bo‘lmagan shaxslarni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17-modda rozilik berishga qodir bo‘lmagan shaxslarning tadqiqotlarda ishtirokidagi himoyasiga bag‘ishlangan. 16-modda esa tadqiqot ishtirokchilari himoyasini, ularning ongli roziligini va uni istalgan vaqtda qaytarib olish huquqini ko‘zda tutadi.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Indiaminov S.I., Bioetika, 147-148 bet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Inson huquqlari va biotibbiyot to‘g‘risidagi Yevropa konventsiyasi (1997); shifo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Bemor kompetent bo‘lsa-da, o‘zini shifokor ixtiyoriga topshiradi va uning ko‘rsatmalarini so‘zsiz bajaradi. T. Shash va M. Hollender (1956) bo‘yicha bu qaysi model?</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Faollik–passivlik modeli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Rahbarlik–kooperatsiya modeli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Hamkorlik modeli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Kollegial model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13: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Inson huquqlari va biotibbiyot to‘g‘risidagi Yevropa konventsiyasi (1997); shifo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Rahbarlik–kooperatsiya modeli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Rahbarlik–kooperatsiya modelida bemor qaror qobiliyatiga ega, lekin shifokor qarorini tan olib, ko‘rsatmalariga so‘zsiz amal qiladi. Faollik–passivlik modelida bemorning irodasi umuman hisobga olinmaydi, hamkorlik modelida esa bemor nisbatan mustaqil. Kollegial model esa Vitch tasnifiga tegishli.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Indiaminov S.I., Bioetika, 52 bet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Inson huquqlari va biotibbiyot to‘g‘risidagi Yevropa konventsiyasi (1997); shifo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Shifokor ma’lumot berish bilan birga, bemor yaxshi tushunishi uchun muolajalarning maqsadi, xavf omillari va ehtimoliy nohush oqibatlarini maslahatchi sifatida izohlab beradi. Emanuel va Emanuel (1992) bo‘yicha bu qaysi model?</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Paternalistik model</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Ma’lumot berish modeli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Kengashish modeli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Talqin qilish modeli</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14: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Inson huquqlari va biotibbiyot to‘g‘risidagi Yevropa konventsiyasi (1997); shifo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Talqin qilish modeli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Talqin qilish modelida shifokor shunchaki ma’lumot bermaydi, balki uning ma’nosini maslahatchi sifatida tushuntiradi. Ma’lumot berish modelida vazifa faqat ma’lumot uzatish bilan cheklanadi. Kengashish modelida shifokor ustoz va do‘st sifatida bemor qadriyatlariga mos variantni tanlashga yordam beradi.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Indiaminov S.I., Bioetika, 54 bet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Inson huquqlari va biotibbiyot to‘g‘risidagi Yevropa konventsiyasi (1997); shifo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Hamshira–bemor munosabatlarining qaysi modelida bemor o‘z maqsad va manfaatlarini mustaqil belgilaydi, hamshira esa uning huquqlariga rioya qilgan holda qabul qilingan qarorlarni amalga oshiradi?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Kontrakt klinik model</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Texnik model</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Ona o‘rnini bosuvchi hamshira modeli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Kengashish modeli</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15: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Inson huquqlari va biotibbiyot to‘g‘risidagi Yevropa konventsiyasi (1997); shifo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Kontrakt klinik model</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Kontrakt klinik modelda qaror bemorda, hamshira esa uni bajaruvchi. Texnik modelda hamshira faqat belgilangan muolajalarni texnik bajaradi. Ona o‘rnini bosuvchi modelda hamshira bemor hayoti va sog‘lig‘i uchun to‘liq javobgar bo‘ladi.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Indiaminov S.I., Bioetika, 55 bet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Inson huquqlari va biotibbiyot to‘g‘risidagi Yevropa konventsiyasi (1997); shifo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Shifokor muolajani ezgu niyat bilan o‘tkazmoqda, harakat mohiyatan axloqan maqbul, salbiy effekt maqsad ham, vosita ham emas. Biroq kutilgan ijobiy natija kichik, kutilayotgan zarar esa undan ancha og‘ir. Qo‘sh effekt prinsipining qaysi talabi buzilgan?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Harakat mohiyatining axloqiy maqbulligi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Harakat subyektining ezgu niyati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Ijobiy va salbiy effektlarning mutanosibligi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Vosita bilan oqibat natijani farqlash</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16: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Inson huquqlari va biotibbiyot to‘g‘risidagi Yevropa konventsiyasi (1997); shifo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Ijobiy va salbiy effektlarning mutanosibligi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Stemda mohiyat, niyat va vosita bilan oqibatning farqi saqlangan. Buzilgan narsa mutanosiblik: maqsad qilingan ijobiy natija salbiy oqibatdan ancha salmoqli bo‘lishi kerak. Qolgan uch talab shartda bajarilgan.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Indiaminov S.I., Bioetika, 75-76 bet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Inson huquqlari va biotibbiyot to‘g‘risidagi Yevropa konventsiyasi (1997); shifo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Tibbiy muassasada mablag‘ni tejash maqsadida diagnostik tekshiruvlar hajmi qisqartirildi, davolash choralari esa norasional bo‘lib qoldi. Britaniya tibbiyot assotsiatsiyasi tavsiya etgan yo‘nalishlardan bo‘yicha bu qaysi xavf?</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Tibbiy xizmatga ajratilgan mablag‘ni tejash bilan bog‘liq xavf</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Tizimli xato-kamchiliklar natijasidagi xavf</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Klinik muolaja xususiyatidan kelib chiqadigan, bartaraf etib bo‘lmaydigan xavf</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Bemor tomonidan xavfning noto‘g‘ri qabul qilinishi bilan bog‘liq xavf</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17: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Inson huquqlari va biotibbiyot to‘g‘risidagi Yevropa konventsiyasi (1997); shifo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Tibbiy xizmatga ajratilgan mablag‘ni tejash bilan bog‘liq xavf</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Stemda tekshiruvlar hajmi va davolashning cheklanishi aynan mablag‘ tejash oqibati sifatida ko‘rsatilgan. Tizimli xato muassasa faoliyatini tashkil etishdagi muammolardan kelib chiqadi. Bartaraf etib bo‘lmaydigan xavf muolajaning mohiyatiga bog‘liq, bemor tomonidan qabul qilish esa uning haddan tashqari umidlariga oid.</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Indiaminov S.I., Bioetika, 78 bet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Inson huquqlari va biotibbiyot to‘g‘risidagi Yevropa konventsiyasi (1997); shifo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Tadqiqotchi odam ishtirokida yangi tibbiy tadqiqotni boshlamoqchi. Jahon tibbiyot assotsiatsiyasining Xelsinki deklaratsiyasiga ko‘ra tadqiqot loyihasi bilan qanday tartibda ish yuritilishi kerak?</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Loyiha faqat tadqiqot tugagach etika qo‘mitasiga taqdim etiladi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Loyihani tadqiqot rahbari o‘zi maqullaydi, qo‘mita nazorat qilmaydi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Ishtirokchilar roziligi olingan bo‘lsa, qo‘mita ko‘rib chiqishi shart emas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Loyiha oldindan etika qo‘mitasida ko‘rilib maqullanadi, jarayon ham nazorat qilinadi</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18: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Inson huquqlari va biotibbiyot to‘g‘risidagi Yevropa konventsiyasi (1997); shifo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Loyiha oldindan etika qo‘mitasida ko‘rilib maqullanadi, jarayon ham nazorat qilinadi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Deklaratsiyaga ko‘ra loyiha tadqiqotdan oldin etika qo‘mitasi tomonidan ko‘rib chiqilib maqullanishi, tadqiqot jarayoni esa qo‘mita nazoratida bo‘lishi zarur. Ishtirokchi roziligi qo‘mita ekspertizasini bekor qilmaydi, tadqiqotchining o‘zi maqullashi yoki keyin taqdim etishi esa talabga zid.</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Indiaminov S.I., Bioetika, 145 bet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Inson huquqlari va biotibbiyot to‘g‘risidagi Yevropa konventsiyasi (1997); shifo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Avtohalokatdan so‘ng hushsiz holda shoshilinch bo‘limga keltirilgan bemorga zudlik bilan tibbiy aralashuv kerak. Qonuniy vakil yo‘q, bemor o‘z irodasini bildira olmaydi. Uning hujjatlari orasidan avval yozib qo‘yilgan shaxsiy bayonot topildi: unda u aynan shunga o‘xshash vaziyatda bunday aralashuvga rozi bo‘lmasligini aniq ko‘rsatgan. Amsterdam deklaratsiyasiga ko‘ra shifokor qanday yo‘l tutishi lozim?</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Vaziyat shoshilinch bo‘lgani uchun rozilik taxmin qilinadi va aralashuv baribir o‘tkaziladi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Rozilik taxmin qilinmaydi, chunki bemor ilgari shunga o‘xshash vaziyatda rozi bo‘lmasligini bildirgan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Aralashuvdan oldin albatta sud qarori kutiladi, hayot xavf ostida bo‘lsa ham</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Qaror shifokorlar konsiliumiga topshiriladi va ko‘pchilik ovoz bilan hal qilinadi</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19: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Inson huquqlari va biotibbiyot to‘g‘risidagi Yevropa konventsiyasi (1997); shifo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B. Rozilik taxmin qilinmaydi, chunki bemor ilgari shunga o‘xshash vaziyatda rozi bo‘lmasligini bildirgan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Deklaratsiyada bemor o‘z irodasini bildira olmasa va aralashuv shoshilinch bo‘lsa, rozilik taxmin qilinadi. Istisno: bemor ilgari shunga o‘xshash holatda rozi bo‘lmasligini aytgan bo‘lsa. Shuning uchun birinchi variant xato. Sud qarori yoki konsilium bunday tartibning mazmuniga mos kelmaydi.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Muxamedova Z.M., Bioetika, 311 bet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Inson huquqlari va biotibbiyot to‘g‘risidagi Yevropa konventsiyasi (1997); shifo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Biotibbiyot ustaxonasida quyidagi takliflar muhokama qilindi. Yevropa Kengashining inson huquqlari va biotibbiyot to‘g‘risidagi konventsiyasida keltirilgan qoidalarga ko‘ra qaysi harakat joiz?</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Ilmiy tadqiqot maqsadida inson embrionlarini maxsus yaratish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Sog‘lom bolaning qobiliyatlarini oshirish uchun uning genomiga aralashish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Tirik donorning buyragini bemorga haq evaziga sotish sharti bilan olish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Tirik donordan organni faqat uning roziligi bilan va faqat qabul qiluvchini davolash uchun olish</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20: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Inson huquqlari va biotibbiyot to‘g‘risidagi Yevropa konventsiyasi (1997); shifo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Tirik donordan organni faqat uning roziligi bilan va faqat qabul qiluvchini davolash uchun olish</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Konventsiyaga ko‘ra tirik donordan organ faqat uning roziligi bilan va faqat qabul qiluvchini davolash maqsadida olinadi. Tadqiqot uchun embrion yaratish taqiqlangan. Genomga aralashuv faqat profilaktik, terapevtik yoki diagnostik maqsadda mumkin. Inson tanasi va uning qismlari moliyaviy daromad manbai bo‘lmasligi kerak.</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Muxamedova Z.M., Bioetika, 82 bet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Inson huquqlari va biotibbiyot to‘g‘risidagi Yevropa konventsiyasi (1997); shifo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Tibbiyot universitetining fiziologiya laboratoriyasi hayvonlar ustidagi tajribalarni Rassell va Berchning «3 R» qoidasiga moslashtirmoqda. Quyidagi o‘zgarishlardan qaysi biri aynan Refinement (yaxshilash) talabiga mos keladi?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Og‘riq va stressni kamaytirish uchun anestetik qo‘llash, kam travmatik asboblar tanlash va hayvonlarni saqlash sharoitini yaxshilash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Ilmiy ma’lumot sifati pasaymasligini ta’minlagan holda tajribadagi hayvonlar sonini kamaytirish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Hayvonlar o‘rniga kompyuter dasturlari va virtual modellardan foydalanish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Tajriba protokolini qayta mustaqil ekspertizaga yuborish va natijalarni nashr etish</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21: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Inson huquqlari va biotibbiyot to‘g‘risidagi Yevropa konventsiyasi (1997); shifo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Og‘riq va stressni kamaytirish uchun anestetik qo‘llash, kam travmatik asboblar tanlash va hayvonlarni saqlash sharoitini yaxshilash</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Refinement tajriba usulini takomillashtirish va hayvonlarga salbiy ta’sirni (og‘riq, stress) kamaytirishni anglatadi. Ikkinchi variant Reduction, uchinchisi Replacement talabi. To‘rtinchisi 3 R ning tarkibiga kirmaydi.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Indiaminov S.I., Bioetika, 149 bet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Inson huquqlari va biotibbiyot to‘g‘risidagi Yevropa konventsiyasi (1997); shifo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Jarroh rejali operatsiyadan oldin bemorga jiddiy jarohat yetkazish ehtimoli kichik, ammo yaxshi ma’lum xavf borligini aytmaslikka qaror qildi, chunki ehtimol past. Chester v Afshar (2004) ishida Lord Bingham bayon etgan fikrga ko‘ra bu qaror qanday baholanadi?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Xavf kichik bo‘lgani uchun ogohlantirmaslik asosli, chunki ogohlantirish bemorni keraksiz qo‘rqitadi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Xavfni faqat bemor o‘zi so‘ragandagina aytish yetarli hisoblanadi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Jarroh ogohlantirishi shart, chunki bemor kichik, ammo aniq xavf haqida xabardor bo‘lish huquqiga ega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Ogohlantirish faqat xavf ehtimoli yuqori bo‘lgandagina talab qilinadi</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22: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Inson huquqlari va biotibbiyot to‘g‘risidagi Yevropa konventsiyasi (1997); shifo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C. Jarroh ogohlantirishi shart, chunki bemor kichik, ammo aniq xavf haqida xabardor bo‘lish huquqiga ega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Bingham fikricha, jarroh bemorni jiddiy xavflar haqida ogohlantirishi shart. Faqat juda istisno holatlarda bundan ozod bo‘lish mumkin. Zamonaviy huquqda tibbiy paternalizm hukmron emas. Xavf kichik, ammo yaxshi ma’lum bo‘lsa ham, bemor bu haqda xabardor bo‘lish huquqiga ega.</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20 bet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Inson huquqlari va biotibbiyot to‘g‘risidagi Yevropa konventsiyasi (1997); shifo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Yangi dori vositasining klinik sinovida ishtirok etayotgan ko‘ngilli bemorda g‘ayritabiiy reaktsiya rivojlandi va bu uning sog‘lig‘iga tahdid solmoqda. O‘zbekiston Respublikasining dori vositalari to‘g‘risidagi qonuni bo‘yicha klinik tadqiqot rahbari nima qilishi shart?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Sinovni davom ettiradi, dozani kamaytiradi va holatni yakuniy hisobotda qayd etadi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Sinovni to‘xtatib turadi va bu haqda Sog‘liqni saqlash vazirligiga xabar beradi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Faqat dori vositasini taqdim etgan homiy tashkilotga xabar beradi va ko‘rsatma kutadi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Sinov tugagunicha kutadi, so‘ng sug‘urta tashkilotiga murojaat qiladi</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23: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Inson huquqlari va biotibbiyot to‘g‘risidagi Yevropa konventsiyasi (1997); shifo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Sinovni to‘xtatib turadi va bu haqda Sog‘liqni saqlash vazirligiga xabar beradi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Sinovda ko‘ngilli bemor sog‘lig‘iga yoki hayotiga tahdid soluvchi g‘ayritabiiy reaktsiya yuz bersa, rahbar sinovni to‘xtatishi va vazirlikka xabar berishi shart. Davom ettirish, faqat homiyga xabar berish yoki kutish bu talabga zid.</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Muxamedova Z.M., Bioetika, 82 bet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Inson huquqlari va biotibbiyot to‘g‘risidagi Yevropa konventsiyasi (1997); shifo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Kompetent voyaga yetgan ayol shifokorga oilaviy zo‘ravonlik qurboni ekanini aytdi. Boshqa odamlar, jumladan bolalar xavf ostida emas. Shifokor politsiyaga xabar berish uning manfaatiga bo‘lishini o‘ylaydi, ammo bemor oshkor qilishga rozilik bermayapti. Shifokor qanday yo‘l tutishi kerak?</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Rad etishini hurmat qiladi va nima uchun oshkor qilish uning manfaatiga bo‘lishi mumkinligini to‘liq tushuntiradi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Zo‘ravonlik og‘ir jinoyat bo‘lgani uchun darhol politsiyaga xabar beradi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Ma’lumotni uning yaqinlariga va ish beruvchisiga aytadi, ular himoya qilishi uchun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Sir saqlash majburiyati mutlaq deb hisoblab, sababini bemorga tushuntirmaydi</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24: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Inson huquqlari va biotibbiyot to‘g‘risidagi Yevropa konventsiyasi (1997); shifo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Rad etishini hurmat qiladi va nima uchun oshkor qilish uning manfaatiga bo‘lishi mumkinligini to‘liq tushuntiradi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Sir saqlash asosiy, ammo mutlaq bo‘lmagan burch. Kompetent bemorning oshkor qilishga rad javobi hurmat qilinadi, faqat unga sabablar tushuntiriladi. Roziliksiz oshkor qilish asosan boshqalar jiddiy xavf ostida bo‘lsa oqlanadi. Bu yerda bunday xavf yo‘q.</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19 bet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Inson huquqlari va biotibbiyot to‘g‘risidagi Yevropa konventsiyasi (1997); shifo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Buyuk Britaniyada Bosh tibbiy kengash (General Medical Council, GMC) shifokorga qarshi shikoyatni tekshirayotgan paytda Vaqtinchalik buyruqlar hay’ati (Interim Orders Panel) shifokorning ro‘yxatdan o‘tishini 18 oy muddatga to‘xtatib qo‘ydi. Buyruq kuchga kirgandan keyin u eng kechi bilan qancha muddat ichida birinchi marta qayta ko‘rib chiqilishi shart?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3 oy ichida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12 oy ichida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6 oy ichida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muddat tugagach, ya’ni 18 oydan keyin</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25: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Inson huquqlari va biotibbiyot to‘g‘risidagi Yevropa konventsiyasi (1997); shifo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6 oy ichida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Hay’at buyrug‘i eng ko‘pi bilan 18 oyga chiqariladi. Biroq u berilgan kundan boshlab 6 oy ichida, keyin esa 6 oydan oshmaydigan oraliqlarda qayta ko‘rib chiqiladi. Boshqa variantlar ko‘rib chiqish muddatini noto‘g‘ri uzaytiradi yoki qisqartiradi.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22 bet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Inson huquqlari va biotibbiyot to‘g‘risidagi Yevropa konventsiyasi (1997); shifo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Kompetent bemor shifokordan o‘ziga bir dori yozib berishni qat’iy talab qilmoqda. Shifokor esa bu davo bemorga umuman foyda keltirmaydi, deb hisoblaydi. Simpson darsligidagi rozilik bosqichlariga ko‘ra shifokor qanday yo‘l tutishi kerak?</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Bu davoni berishga majbur emas, lekin sabablarini bemorga tushuntirishi shart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Bemor qaror qabul qiluvchi bo‘lgani uchun davoni so‘zsiz yozib berishi shart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Davoni sababsiz rad etishi mumkin, tushuntirish majburiy emas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Avval bemorning qarindoshlaridan rozilik olib, keyin davoni berishi kerak</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26: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Inson huquqlari va biotibbiyot to‘g‘risidagi Yevropa konventsiyasi (1997); shifo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Bu davoni berishga majbur emas, lekin sabablarini bemorga tushuntirishi shart</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Qaror bemorniki, ammo shifokor umumiy foydasi yo‘q deb hisoblagan davoni berishga majbur emas. Shu bilan birga rad etish sabablarini bemorga tushuntirishi shart. Shuning uchun so‘zsiz bajarish ham, tushuntirmasdan rad etish ham xato.</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20 bet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Inson huquqlari va biotibbiyot to‘g‘risidagi Yevropa konventsiyasi (1997); shifo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Shifokor ko‘krak bezlarini intim ko‘rikdan o‘tkazishdan oldin bemorga hamroh (chaperone) taklif qildi, bemor esa uni rad etdi. Keyinchalik harakatlarini asoslay olishi uchun shifokor qaysi qadamni bajarishi kerak?</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Bemorning qarindoshini hamroh sifatida majburan chaqirishi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Hamrohsiz ko‘rikdan bosh tortib, bemorni boshqa shifokorga yuborishi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Hech narsa yozmasligi, chunki bu bemorning shaxsiy qarori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Taklif qilingani va rad etilganini tibbiy yozuvda qayd etishi</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27: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Inson huquqlari va biotibbiyot to‘g‘risidagi Yevropa konventsiyasi (1997); shifo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Taklif qilingani va rad etilganini tibbiy yozuvda qayd etishi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Bemor hamroh istamasa, shifokor taklif qilinganini va rad etilganini yozib qo‘yishi kerak. Yozuv keyinchalik harakatni asoslash imkonini beradi. Qarindoshni majburan chaqirish yoki ko‘rikni rad etish talab qilinmaydi, yozuvsiz qoldirish esa xavfli.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Payne-James J., Jones R., Karch S.B., Manlove J., Simpson's Forensic Medicine, 16 bet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Inson huquqlari va biotibbiyot to‘g‘risidagi Yevropa konventsiyasi (1997); shifo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Shoshilinch bo‘lmagan holatda voyaga yetmagan bemorning qonuniy vakili kerakli tibbiy aralashuvga rozilik bermayapti. Shifokor esa aralashuv bemor manfaatiga mos, deb hisoblaydi. Evropada bemor huquqlarini ta’minlash siyosati deklaratsiyasiga (Amsterdam deklaratsiyasi) ko‘ra qaror kim tomonidan qabul qilinishi kerak?</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Shifokor mustaqil ravishda, vakilni ogohlantirib, aralashuvni o‘tkazadi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Sud yoki boshqa hakamlik instansiyasi qaror qiladi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Davolash muassasasining boshlig‘i yakka o‘zi qaror qiladi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Bemor voyaga yetguncha aralashuv kechiktiriladi</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28: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Inson huquqlari va biotibbiyot to‘g‘risidagi Yevropa konventsiyasi (1997); shifo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Sud yoki boshqa hakamlik instansiyasi qaror qiladi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Vakil rozilik bermasa-yu, shifokor aralashuv bemor manfaatiga mos deb hisoblasa, qaror sud yoki boshqa hakamlik instansiyasiga topshiriladi. Vakilning roziligisiz harakat qilish faqat vaziyat shoshilinch bo‘lib, uni kutishning iloji bo‘lmaganda mumkin.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Muxamedova Z.M., Bioetika, 311 bet</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Inson huquqlari va biotibbiyot to‘g‘risidagi Yevropa konventsiyasi (1997); shifo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Bemor o‘z kasallik tarixidan nusxa so‘radi. Hujjat ichida uning qarindoshining sog‘lig‘iga oid ma’lumotlar ham bor. Amsterdam deklaratsiyasiga ko‘ra qaysi yo‘l to‘g‘ri?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Nusxa beriladi, lekin uchinchi shaxsga tegishli ma’lumotlar berilmaydi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Faqat ko‘rsatiladi, nusxa olishga ruxsat berilmaydi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Butun hujjatni berish rad etiladi, chunki unda uchinchi shaxs ma’lumoti bor</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Barcha ma’lumotlar to‘liq beriladi, chunki hujjat bemorniki</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29: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Inson huquqlari va biotibbiyot to‘g‘risidagi Yevropa konventsiyasi (1997); shifo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Nusxa beriladi, lekin uchinchi shaxsga tegishli ma’lumotlar berilmaydi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Bemorning tashxis va davolash materiallaridan foydalanish hamda nusxa olish huquqi bor. Uchinchi shaxsga oid ma’lumotlar esa unga berilmasligi kerak. Shuning uchun butunlay rad etish yoki to‘liq berish noto‘g‘ri.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Muxamedova Z.M., Bioetika, 312 bet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30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Inson huquqlari va biotibbiyot to‘g‘risidagi Yevropa konventsiyasi (1997); shifo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Kasalxonada bir shifokor hamkasbining bemorlarida takroriy xatolar bo‘layotganini ko‘rdi. Hamkasb o‘qimagan va malakasi past, bemorlarga zarar yetishi mumkin. Tibbiy deontologiyadagi korporativlik talabiga ko‘ra shifokor qanday yo‘l tutishi lozim?</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Korporativ hurmat tufayli hamkasbni har qanday holatda qo‘llab-quvvatlashi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Bemorning yaqinlariga hamkasb haqida salbiy fikr aytib, bemorni o‘ziga o‘tkazishi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Bunday hamkasbning faoliyatiga to‘sqinlik qilib, bemorga zarar yetishiga yo‘l qo‘ymasligi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Hamkasbning davolash jarayoniga aralashmay, hech narsa demasligi</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30: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Inson huquqlari va biotibbiyot to‘g‘risidagi Yevropa konventsiyasi (1997); shifo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Bunday hamkasbning faoliyatiga to‘sqinlik qilib, bemorga zarar yetishiga yo‘l qo‘ymasligi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Korporativlik ko‘r-ko‘rona qo‘llab-quvvatlashni anglatmaydi. Bemorga yoki boshqa xodimlarga zarar yetmasligi uchun ko‘nikmasi past hamkasb faoliyatiga to‘sqinlik qilish kerak. Hamkasbni obro‘sizlantirish yoki bemorni o‘ziga o‘tkazib olish esa axloqqa zid.</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Indiaminov S.I., Bioetika, 58 bet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Adabiyotlar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Inson huquqlari va biotibbiyot to‘g‘risidagi Yevropa konventsiyasi (1997); shifo</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62</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1800">
                <a:solidFill>
                  <a:srgbClr val="1F2937"/>
                </a:solidFill>
                <a:latin typeface="Calibri"/>
              </a:rPr>
              <a:t>▸  G‘iyosov Z.A., Indiaminov S.I. Bioetika (o‘quv qo‘llanma), Samarqand. 2022. V, VIII, XIV boblar (modellar, klinik xavf, Oviedo), kitob betlari 51-59; 72-80; 143-150</a:t>
            </a:r>
          </a:p>
          <a:p>
            <a:pPr>
              <a:spcAft>
                <a:spcPts val="1200"/>
              </a:spcAft>
            </a:pPr>
            <a:r>
              <a:rPr sz="1800">
                <a:solidFill>
                  <a:srgbClr val="1F2937"/>
                </a:solidFill>
                <a:latin typeface="Calibri"/>
              </a:rPr>
              <a:t>▸  Egasining manba taqdimoti (G‘iyosov Z.A., Indiaminov S.I., Bioetika, Samarqand, 2022 asosida tayyorlangan). Bioetika 3 mavzu taqdimot - manba.pptx (egasining manba taqdimoti, kitob matni EMAS), 15-28-slaydlar. 2026. Slaydlarda ko‘rsatilgan: G‘iyosov va Indiaminov 2022, 51-56 (munosabat modellari), 72-77 (klinik xavf), 147-148 (Oviedo); Council of Europe ETS 164, 5/10/16/17-moddalar</a:t>
            </a:r>
          </a:p>
          <a:p>
            <a:pPr>
              <a:spcAft>
                <a:spcPts val="1200"/>
              </a:spcAft>
            </a:pPr>
            <a:r>
              <a:rPr sz="1800">
                <a:solidFill>
                  <a:srgbClr val="1F2937"/>
                </a:solidFill>
                <a:latin typeface="Calibri"/>
              </a:rPr>
              <a:t>▸  Muxamedova Z.M. Bioetika (darslik), Toshkent. 2021. III bob (47-49); IV bob (67-69, 80-84); 3-ilova (306-313)</a:t>
            </a:r>
          </a:p>
          <a:p>
            <a:pPr>
              <a:spcAft>
                <a:spcPts val="1200"/>
              </a:spcAft>
            </a:pPr>
            <a:r>
              <a:rPr sz="1800">
                <a:solidFill>
                  <a:srgbClr val="1F2937"/>
                </a:solidFill>
                <a:latin typeface="Calibri"/>
              </a:rPr>
              <a:t>▸  Payne-James J., Jones R., Karch S.B., Manlove J. Simpson's Forensic Medicine, 13th ed.. 2011. Chapter 2. The ethics of medical practice, pp. 12–23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