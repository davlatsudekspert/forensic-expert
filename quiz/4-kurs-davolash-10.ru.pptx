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4-kurs-davolash-10-q30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Практическое занятие: Судебно-медицинская токсикология.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Какую форму принимает тело больного во время судорожного приступа при отравлении стрихнином?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Дугообразную форму (опистотонус)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Согнутое вперёд положение с коленями, подтянутыми к животу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Вытянутое прямо тело с руками, разведёнными в стороны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Голова наклонена к плечу, тело повёрнуто на один бок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Дугообразную форму (опистотонус)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Стрихнин повышает рефлекторную возбудимость спинного мозга. Поэтому во время тонических судорог при сохранённом сознании тело изгибается дугой. Другие варианты не указаны как характерные признаки этого отравления.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165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Через какое время после приёма наблюдается максимум выведения морфина из организма?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Через 1–2 часа после приёма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Через 8–12 часов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Через 24–36 часов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Через 3–4 дня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Через 8–12 часов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Морфин выводится в основном через почки и желудочно-кишечный тракт. Максимум выведения приходится на 8–12 часов. За первые 3–4 дня из организма выводится примерно 90% его количества, поэтому «3–4 дня» — это не время максимума, а общий срок выведения.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168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вещество оказывает токсическое (гепато- и нефротоксическое) действие на печень и почки при отравлении этиленгликолем?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Формальдегид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Ацетальдегид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Щавелевая кислота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Муравьиная кислота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Щавелевая кислота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Неизменённая молекула этиленгликоля оказывает наркотическое и нейроваскулярное действие. Он окисляется до гликолевого альдегида, а затем до щавелевой кислоты; именно этот метаболит повреждает печень и почки. Формальдегид и муравьиная кислота — метаболиты метилового спирта, а ацетальдегид — этилового.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162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Какая зависимость существует между длительностью скрытого (инкубационного) периода и тяжестью отравления при ботулизме?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Чем короче скрытый период, тем легче протекает отравление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Чем длиннее скрытый период, тем тяжелее протекает отравление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Длительность скрытого периода не влияет на тяжесть отравления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Чем короче скрытый период, тем тяжелее протекает отравление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Чем короче скрытый период, тем тяжелее протекает отравление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ботулизме симптомы появляются после скрытого периода от нескольких часов до суток, иногда и дольше. Чем короче период, тем сильнее действие токсина и тяжелее протекает заболевание. Остальные варианты противоположны этому правилу или отрицают его.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174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отравлении тетраэтилсвинцом до какого максимального срока он и его метаболиты могут сохраняться во внутренних органах при судебно-химическом исследовании?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3 дней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3 недель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3 месяцев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до 3 лет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Примерно до 3 месяцев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Тетраэтилсвинец циркулирует в крови лишь до 72 часов, однако он и его метаболиты могут сохраняться во внутренних органах до 3 месяцев. Поэтому судебно-химическое исследование имеет большое значение для диагностики. «3 дня» близко к сроку циркуляции в крови, поэтому этот вариант неверен.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163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Сколько этанола может образоваться в образце крови, взятом на алкоголь, если он хранится при комнатной температуре более 1 суток?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0,1‰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1‰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3‰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5‰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До 1‰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длительном хранении крови в ней самопроизвольно может образовываться до 1‰ этанола, что может дать ложноположительный результат. Поэтому образцы хранят в холодильнике, а кожу не дезинфицируют этанолом. 3‰ и 5‰ значительно превышают количество, образующееся при таком хранении.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124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вид некроза возникает при местном действии на ткани щелочей, таких как гидроксид калия или натрия?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Коагуляционный (сухой) некроз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Гангренозный (иссохший) некроз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Колликвационный (разжижения) некроз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Казеозный (сывороткоподобный) некроз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Колликвационный (разжижения) некроз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Щёлочи разжижают и растворяют белки тканей и омыляют жиры. Поэтому поражённый участок становится мягким, отёчным и скользким. Коагуляционный (сухой) некроз характерен для кислот.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143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какой концентрации карбоксигемоглобина в крови при отравлении угарным газом смерть наступает от паралича дыхательного центра?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Свыше 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Свыше 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Свыше 25–30%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Свыше 80%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Свыше 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карбоксигемоглобине свыше 60% наступает паралич дыхательного центра и смерть. А 25–30% — это не порог смерти, а уровень, при котором появляются первые признаки интоксикации.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150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 какой причине нитраты образуют метгемоглобин слабее, чем нитриты?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Нитраты не растворяются в воде и практически не всасываются в кровь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Нитраты превращаются в печени в безвредные соединения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Нитраты повышают осмотическую резистентность эритроцитов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Нитраты образуют метгемоглобин лишь после превращения в нитриты под действием кишечной микрофлоры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Нитраты образуют метгемоглобин лишь после превращения в нитриты под действием кишечной микрофлоры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Непосредственным ядом, образующим метгемоглобин, является нитрит. Нитрат сначала должен превратиться в нитрит с помощью кишечных бактерий, поэтому его действие слабее и проявляется позже.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152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Каков основной механизм действия при отравлении фосфорорганическими соединениями?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Связывание железа в цитохромоксидазе с остановкой тканевого дыхания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Подавление активности холинэстеразы с накоплением ацетилхолина в тканях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Образование стойкого соединения с гемоглобином с нарушением транспорта кислорода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Блокада М-холинорецепторов с ослаблением действия ацетилхолина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Подавление активности холинэстеразы с накоплением ацетилхолина в тканях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Фосфорорганические соединения — антихолинэстеразные вещества: активность фермента снижается, ацетилхолин накапливается и холинергическая система возбуждается. Первый вариант характерен для цианидов, третий — для угарного газа, четвёртый — для атропина.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155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каком заболевании может быть получен ложноположительный результат пробы А.М. Раппопорта, определяющей алкоголь в выдыхаемом воздухе?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Артериальная гипертензия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Острый панкреатит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Железодефицитная анемия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Сахарный диабет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Сахарный диабет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Проба чувствительна и не даёт ложноотрицательного результата. Однако ложноположительный результат может быть при кариесе зубов, хронических заболеваниях лёгких и сахарном диабете. Другие варианты в источнике не указаны.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159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минимальное количество независимых методов необходимо применить для достоверной идентификации вещества, обнаруженного при химико-токсикологическом исследовании?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Не менее двух методов, основанных на различных физических или химических принципах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один, наиболее чувствительный физико-химический метод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трёх, только хроматографические методы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четырёх, как качественные, так и количественные методы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Не менее двух методов, основанных на различных физических или химических принципах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достоверной идентификации требуется не менее двух независимых методов, основанных на различных принципах. Заключение нельзя основывать на результате одной реакции или одного метода.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43-44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Цианид-анион (-CN) цианидов, связываясь с железом дыхательного фермента клеток цитохромоксидазы, вызвал тканевую гипоксию. Какую группу веществ можно использовать в качестве антидота?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Вещества, образующие карбоксигемоглобин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Вещества, блокирующие холинэстеразу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Вещества, образующие метгемоглобин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Вещества, вызывающие гемагглютинацию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Вещества, образующие метгемоглобин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Вещества, образующие метгемоглобин, отщепляют цианид-анионы от цитохромов и восстанавливают тканевое дыхание. Вещества, образующие карбоксигемоглобин, усиливают гипоксию, а блокаторы холинэстеразы и вещества, вызывающие гемагглютинацию, не являются антидотами цианидов.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154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вид некроза вызывают свободные ионы водорода кислот в месте контакта с тканями при отравлении кислотами?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Колликвационный (влажный, разжижающий) некроз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Гангренозный (влажный) некроз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Фибриноидный некроз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Коагуляционный (сухой) некроз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Коагуляционный (сухой) некроз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Ионы водорода обезвоживают ткани и коагулируют белки, в результате образуются сухой (коагуляционный) некроз и плотный буро-чёрный струп. Колликвационный некроз характерен для щелочей.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140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Какой признак выражен ярче при хроническом отравлении мукой, приготовленной из зерна, обработанного гранозаном, в отличие от отравления неорганическими соединениями ртути?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Нейротоксическое действие и признаки токсической энцефалопатии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Дифтеритическое воспаление толстой кишки («сулемовый колит/дизентерия»)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Обязательное развитие ртутного стоматита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Более сильное поражение почек («сулемовая почка»)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Нейротоксическое действие и признаки токсической энцефалопатии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органических соединениях ртути сильнее выражено нейротоксическое действие: наблюдаются энцефалопатия, а в тяжёлых случаях параличи, судороги и кома. Поражение кишечника и почек выражено слабее, стоматит не развивается; остальные варианты характерны для неорганических соединений (сулемы).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146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Труп обнаружен возле автомобиля с работающим двигателем в закрытом гараже. Предполагается, что концентрация угарного газа в воздухе превышала 1%, смерть наступила за несколько секунд. В крови из периферической вены карбоксигемоглобин не обнаружен. В крови из какого места его можно обнаружить?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Кровь бедренной вены и брюшной полости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Левый желудочек сердца и начальный отдел аорты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Кровь из ткани печени и почек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Кровь венозных синусов головного мозга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Левый желудочек сердца и начальный отдел аорты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молниеносной форме смерть наступает очень быстро вследствие остановки дыхания, и карбоксигемоглобин может быть обнаружен только в крови левого желудочка сердца и начальных отделов аорты. В крови из других мест он может не обнаруживаться.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150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живого лица, доставленного с подозрением на алкогольное опьянение, одновременно взяты пробы крови и мочи. Концентрация этилового спирта в крови составила 2,4 промилле, в моче 1,6 промилле. Какой период и какой вывод указывает этот результат?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Период элиминации, спиртное было принято достаточно давно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Алкоголь принимался повторно, так как содержание в крови высокое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Период резорбции, спиртное было принято недавно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Алкоголь эндогенного происхождения, извне не принимался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Период резорбции, спиртное было принято недавно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период резорбции концентрация этилового спирта в крови выше, чем в моче, и имеет восходящий характер. В период элиминации, наоборот, содержание в моче выше. Для повторного приёма при высоком содержании в моче характерно нарастание в крови, а эндогенный алкоголь не превышает 0,3-0,4 промилле.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159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трупе подозревается хроническое отравление мышьяком. Помимо общих органов, берущихся на «металлические» яды (желудок, печень, селезёнка, почка, моча, кишечник), какие объекты направляются дополнительно?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Волосы, ногти и плоские кости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плоские кости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Волосы и плоские кости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Головной мозг и лёгкие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Волосы, ногти и плоские кости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хроническом отравлении мышьяком берутся волосы, ногти и плоские кости. Только плоские кости являются дополнительным объектом для свинца, волосы с плоскими костями — для таллия, мозг и лёгкие — для тетраэтилсвинца.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49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исследовании трупа выявлены подтёки вокруг рта, слизистая оболочка желудка желтоватого цвета, от внутренних органов ощущается удушливый запах, характерный для оксидов азота. Отравление какой кислотой наиболее вероятно?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Концентрированная серная кислота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Соляная кислота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Концентрированная азотная кислота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Уксусная эссенция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Концентрированная азотная кислота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действии азотной кислоты слизистая оболочка желтеет вследствие ксантопротеиновой реакции с белками, а оксиды азота дают характерный удушливый запах. При серной и соляной кислотах слизистая становится буро-чёрной или буро-серой, при уксусной кислоте ощущается резкий запах уксуса.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141-142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трупе в восходящем отделе толстой кишки дифтеритическое воспаление и язвы с грязно-серым дном, по краю дёсен грязно-серая кайма, почки увеличены, кора утолщена. Какое отравление наиболее вероятно?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ртути дихлоридом (сулемой)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хлоридом свинца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мышьяком желудочно-кишечной формы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перманганатом калия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Отравление ртути дихлоридом (сулемой)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Изменения в кишечнике называют «сулемовой дизентерией», увеличенную почку — «сулемовой почкой», кайма во рту характерна для ртутного стоматита. При свинце поражение кишечника и почек слабее, а нервная система поражается сильнее. При мышьяке развивается серозно-фибринозно-геморрагическое воспаление, при перманганате калия образуется буровато-красноватый струп.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146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Мужчине массой 70 кг через 4 часа после употребления алкоголя в крови обнаружено 1,5 промилле этилового спирта. Принимая константу Видмарка равной 0,15 и используя среднее значение фактора редукции для мужчин, сколько примерно граммов 100-градусного спирта было принято, согласно формуле Видмарка–Балякина?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71 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81 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120 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100 г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Примерно 100 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 мужчин фактор редукции равен 0,68. В скобках: 1,5 + 0,15·4 = 2,1, при этом A = 70·0,68·2,1 ≈ 100 г. 71 г получается, если не учитывать поправку Видмарка (pT), а 81 г — если взять фактор для женщин (0,55).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160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реанимационное отделение доставлен пациент с отравлением неизвестным ядом. Экспресс-метод скрининга дал положительный результат на производные фенотиазина в моче. Какой вывод верен по положительному результату предварительной пробы?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Можно заключить, что обнаруженное вещество является причиной отравления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Вещество нужно включить в основной план исследования и подтвердить другими реакциями и методами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Предварительные пробы значимы только при отрицательном результате, при положительном исследование нужно прекратить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Поскольку проба сверхспецифична, дополнительное исследование не требуется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Вещество нужно включить в основной план исследования и подтвердить другими реакциями и методами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Предварительные пробы чувствительны, но не специфичны, они могут выявлять также вещества в терапевтической дозе или природные соединения. Поэтому положительный результат служит основанием лишь для включения вещества в основной план исследования, и необходимы подтверждающие методы. При отрицательном результате дальнейшее исследование на это вещество не проводится.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140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Кровь, моча, содержимое желудка и кишечника, взятые от трупа при подозрении на отравление нитритами, направляются на токсикологическое исследование. Какое правило хранения этих образцов верно?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Образцы не консервируют этиловым спиртом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Образцы консервируют спиртом-ректификатом, также направляют контрольный спирт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Образцы хранят в 10% формалине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Образцы направляют только в высушенном виде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Образцы не консервируют этиловым спиртом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Объекты, исследуемые на нитриты, не консервируют этиловым спиртом. Хранение со спиртом применяют только при подозрении на сердечные гликозиды, производные фенотиазина, фосфорорганические пестициды, алкалоиды и трициклические антидепрессанты, при этом направляют и контрольный спирт. Формалин и высушивание этим правилом не предусмотрены.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49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промывании желудка пациента, выпившего серную кислоту, врач решил использовать раствор гидрокарбоната натрия. Почему это неправильно?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Гидрокарбонат не разбавляет кислоту и способствует более глубокому проникновению её в ткани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При реакции с кислотой выделяется большой объём углекислого газа, который растягивает стенку желудка, усиливает боль и кровотечение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Гидрокарбонат ускоряет всасывание кислоты и углубляет ацидоз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Гидрокарбонат вызывает щелочной некроз слизистой оболочки желудка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При реакции с кислотой выделяется большой объём углекислого газа, который растягивает стенку желудка, усиливает боль и кровотечение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взаимодействии кислоты с гидрокарбонатом натрия образуется большое количество углекислого газа. Он растягивает стенку желудка, усиливает боль и может привести к кровотечению. Механизмы в других вариантах в источнике не приводятся и противоречат логике нейтрализации кислоты.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84-85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Во дворе детского сада ребёнок съел плоды дурмана. Через 15 минут лицо покраснело, во рту пересохло, зрачки расширились, пульс участился, затем начался бред. Действию какой группы веществ это соответствует?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Холиномиметические вещества, подобные пилокарпину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М-холинолитические алкалоиды, такие как атропин, скополамин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Фосфорорганические антихолинэстеразные соединения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Альфа-адреноблокаторы, подобные клофелину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М-холинолитические алкалоиды, такие как атропин, скополамин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составе дурмана содержатся М-холинолитические алкалоиды (атропин, скополамин). Они проявляются покраснением лица, сухостью во рту, мидриазом, тахикардией и острым психозом. Пилокарпин и фосфорорганические соединения суживают зрачок, а клофелин вызывает брадикардию и гипотермию.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166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трупе молодого человека в проекции локтевых вен имеются множественные мелкие раны и рубцы разных сроков давности. Близкие в последние часы видели его в оглушённом состоянии с резким цианозом и суженными зрачками, затем развилась кома. Отравление какой группой веществ наиболее вероятно?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Кокаин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Амфетамины (экстази)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Препараты конопли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Опиаты (героин, морфин)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Опиаты (героин, морфин)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отравлении опиатами наблюдаются цианоз, сужение зрачков, оглушённость и кома, смерть наступает от паралича дыхательного центра. Повторные внутривенные введения оставляют раны и рубцы по ходу вен. Кокаин и амфетамины расширяют зрачок, отравление коноплёй обычно не заканчивается смертью.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168-169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У пациента, отравленного стрихнином, начались приступы тонических судорог. Врач хочет промыть желудок зондом. Почему это считается противопоказанием?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Введение зонда увеличивает частоту и тяжесть судорог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Стрихнин не всасывается в желудке, поэтому промывание не приносит пользы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Промывная жидкость превращает стрихнин в более токсичный метаболит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Промывная жидкость вступает в реакцию со стрихнином с образованием газа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Введение зонда увеличивает частоту и тяжесть судорог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отравлении судорожными ядами (стрихнин и др.) промывать желудок нельзя, так как раздражение зондом усиливает новые судороги. Остальные варианты не являются причинами, приведёнными в источнике. Газообразование характерно для реакции между кислотой и гидрокарбонатом.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85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Пациенту с отравлением фенобарбиталом проводится форсированный диурез. Поскольку барбитураты обладают свойствами слабой кислоты, как изменяют реакцию мочи и почему?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Её подкисляют, так как в кислой среде усиливается ионизация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Её сохраняют нейтральной, так как pH не влияет на выведение вещества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Её подщелачивают, так как ионизированные молекулы в большей степени выводятся с мочой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Её подщелачивают, так как неионизированные молекулы хорошо всасываются в почках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Её подщелачивают, так как ионизированные молекулы в большей степени выводятся с мочой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Слабые кислоты хорошо диссоциируют в щелочной моче, а ионизированная форма в большей степени выводится с мочой. Поэтому мочу подщелачивают введением гидрокарбоната натрия или лактата. Кислая среда, напротив, уменьшает выведение таких веществ.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Baizoldanov T. (Байзолданов Т.)., Токсикологическая химия: учебник, 85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У пациента в первый час развились металлический привкус и жжение во рту, неукротимая рвота, затем понос, подобный холерному, судороги в икрах и обезвоживание; смерть наступила на второй день. На трупе кровь сгущена, на слизистой оболочке кишечника серозно-фибринозно-геморрагическое воспаление. Какое отравление наиболее вероятно?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солями свинца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соединениями мышьяка (желудочно-кишечная форма)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дихлоридом ртути (сулемой)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Отравление солями таллия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Отравление соединениями мышьяка (желудочно-кишечная форма)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Понос, подобный холерному, неукротимая рвота, судороги в икрах, сгущение крови и смерть в течение 1–2 дней характерны для желудочно-кишечной формы отравления мышьяком. При сулеме большее значение имеет поражение почек и толстой кишки (олигурия, «сулемовая дизентерия»), при таллии — выпадение волос и полинейропатия. При свинце поражается преимущественно нервная система.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148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После употребления в пищу собранных членами семьи грибов через 6–24 часа развилось заболевание, подобное холере; трое умерли за 2–3 дня от острой почечной недостаточности. На трупе обнаружены множественные кровоизлияния во внутренних органах, жировая дистрофия сердца, печени и почек. Какой гриб наиболее вероятен?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Строчок (содержит гельвелловую кислоту)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Мухомор (содержит мускарин)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Бледная поганка (содержит аманитотоксин)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Спорынья, попавшая в зерно (эрготизм)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Бледная поганка (содержит аманитотоксин)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Аманитотоксин бледной поганки не разрушается при термической обработке и в желудочном соке. Симптомы через 6–24 часа протекают по типу холеры, смерть часто наступает через 2–3 дня от почечной недостаточности. При отравлении строчком симптомы появляются через 6–10 часов, ведущими являются гемолиз и желтуха. При мухоморе смертность низкая, а эрготизм не протекает как острое пищевое отравление.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175-176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токсикология. · Автоматический перевод — не пров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1-2-boblar: toksikologik kimyo asoslari, sud-tibbiy ekspertiza tashkil etilishi, s.8-52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3-bob: zaharlanishlar tasnifi va toksikokinetika, s.53-119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4-bob: kimyoviy-toksikologik tahlil metodologiyasi, s.120-151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