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№5. Lecture: Forensic toxicology. The effects of certain physical factors on the body.</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structure of violent death, which two causes rank ahead of poisonings?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Mechanical injuries and the effects of high temperature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effects of electric current and mechanical asphyxia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Mechanical injuries and mechanical asphyxia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Mechanical asphyxia and ionizing radiation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Mechanical injuries and mechanical asphyxia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textbook states that in the structure of violent death, poisonings rank third, after mechanical injuries and mechanical asphyxia. The physical factors listed in the other options do not precede poisoning in this ranking.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132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condition is observed when a person who has developed dependence after repeated use of a narcotic substance stops taking it?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Idiosyncrasy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Withdrawal (abstinence) syndrome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Cumulation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Tolerance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Withdrawal (abstinence) syndrome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Due to psychological and physical dependence, withdrawal (abstinence) syndrome develops when the substance is not taken. Tolerance is habituation to the substance, idiosyncrasy is hypersensitivity, and cumulation is the accumulation of the substance.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134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of the following poisons belongs to the group of destructive poisons in the forensic classification?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Arsenic compounds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Cyanides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Ethyl alcohol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Barbiturates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Arsenic compounds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Destructive poisons include mercury, lead, zinc, arsenic, phosphorus, and their compounds. Cyanides, ethyl alcohol, and barbiturates are functional poisons that act mainly on the central nervous system.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139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Through which particles do acids mainly exert their damaging effect on tissues?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Hydroxyl anions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Ammonium cations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Heavy metal ions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Free hydrogen 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Free hydrogen ions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damaging effect of acids is produced by free hydrogen ions: they dehydrate tissue, coagulate protein, and cause dry necrosis. Hydroxyl anions are characteristic of alkalis.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140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mercuric chloride (corrosive sublimate) poisoning, diphtheritic inflammation and ulcers with a dirty-gray base appear in the ascending part of the large intestine. What is this change called?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"Sublimate dysentery"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"Sublimate kidney"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Mercurial stomatitis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Mercurial gingivitis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"Sublimate dysentery"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This change in the large intestine is called "sublimate dysentery." "Sublimate kidney" refers to the change in the kidney, while stomatitis and gingivitis refer to changes in the oral cavity.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146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does the LD50 indicator, used to compare toxicity, mean?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smallest dose producing a therapeutic effect in half of the experimental animals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smallest dose at which all experimental animals die within three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average dose at which half of the experimental animals die within three days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dose at which the blood concentration of the poison decreases by half twice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average dose at which half of the experimental animals die within three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LD50 is the average dose after administration of which 50 percent of experimental animals die within three days, expressed in mg/kg. The other options describe a therapeutic effect, 100% mortality, or elimination rate, which are not LD50.</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78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Which concept describes the set of processes of a toxic substance's entry into the body, distribution in various organs and tissues, metabolism, and elimination from the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Toxicodynamics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Biotransformation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Toxicokinetics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Cumulation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Toxicokinetics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Toxicokinetics covers the quantitative and qualitative changes of a poison in the body, i.e., its entry, distribution, metabolism, and elimination. Toxicodynamics refers to the mechanism of interaction between the poison and the body. Biotransformation is only one part of toxicokinetics, and cumulation is the property of a substance to accumulate.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136-137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methyl alcohol poisoning, the cardiotoxic, nephrotoxic, and neurotoxic changes that develop after the initial narcotic effect are explained by the action of which metabolite?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Formaldehyde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Acetaldehyde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Oxalic acid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Acetic acid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Formaldehyde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Oxidation of methyl alcohol produces formaldehyde, and the subsequent organ damage is attributed to this metabolite. Acetaldehyde is the oxidation product of ethyl alcohol, and oxalic acid is that of ethylene glycol. Acetic acid is not indicated as the main toxic metabolite in this poisoning.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138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Through which organ are volatile substances mainly eliminated from the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Kidney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Liver (with bile)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Large intestine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Lung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Lung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Volatile substances are eliminated mainly with respiration, i.e., through the lungs. Water-soluble substances are excreted through the kidneys, heavy metal compounds through the large intestine, and fat-soluble substances with bile.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137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comparing the toxicity of arsenic compounds according to valence, which statement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Pentavalent compounds are more toxic</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Trivalent compounds are more toxic</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Compounds of both valences are equally toxic</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Only the pure, non-oxidized form in air is toxic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Trivalent compounds are more toxic</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All arsenic compounds are toxic, but trivalent compounds are more toxic than pentavalent ones. Pure arsenic is not toxic because it is insoluble in water and fat, but when oxidized in air it forms toxic compounds.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148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dose called that does not cause death in the body but induces pathological changes?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Therapeutic dose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Lethal dose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Subtoxic dose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Toxic dose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Toxic dose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toxic dose causes pathological changes but does not lead to death. A therapeutic dose produces a curative effect, while a lethal dose causes the death of the organism. Subtoxic doses are small amounts entering gradually over a long period in chronic poisoning and do not fit this definition.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78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are barbiturates well absorbed in the stomach?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Because the gastric pH is approximately 1, they remain in the form of undissociated molecules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Gastric acid converts them into a salt, transforming them into a readily dissociating form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Substances absorbed from the stomach bypass the liver and enter the systemic blood directly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alkaline environment of the stomach enhances their ionization and increases permeability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Because the gastric pH is approximately 1, they remain in the form of undissociated molecules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pH of gastric juice is approximately one; in this environment the dissociation of acidic substances is suppressed and they are well absorbed as undissociated molecules. Basic substances (alkaloids), on the contrary, are converted in acid into readily dissociating salts and are not absorbed in the stomach. The gastric environment is not alkaline, and absorbed substances pass through the liver.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62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metabolite, formed during oxidation of ethylene glycol in the body, exerts hepatotoxic and nephrotoxic effects?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Formaldehyde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Oxalic acid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Acetaldehyde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Acetic acid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Oxalic acid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intact ethylene glycol molecule has a narcotic effect, while its metabolite, oxalic acid, damages the liver and kidneys. Formaldehyde is a metabolite of methyl alcohol, and acetaldehyde is a metabolite of ethyl alcohol.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138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what respect does poisoning with organic mercury compounds (e.g., granosan) differ from poisoning with inorganic compounds (corrosive sublimate)?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Damage to the kidneys and large intestine is more severe, and mercurial stomatitis develops prominently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 predominantly corrosive local effect prevails, with necrosis of the oral mucosa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There is no latent period, and death usually occurs within the first hours from collapse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neurotoxic effect is stronger, damage to the kidneys and large intestine is milder, and stomatitis does not develop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neurotoxic effect is stronger, damage to the kidneys and large intestine is milder, and stomatitis does not develop</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organic mercury compounds the main damage affects the central nervous system (toxic encephalopathy, paralyses), while the kidneys and large intestine are less affected. In contrast, stomatitis, "sublimate dysentery" and "sublimate kidney" are characteristic of corrosive sublimate. Poisoning with organic compounds is chronic in course and has a latent period lasting months.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146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color does the urine of a person poisoned with phenol (carbolic acid) turn upon contact with air?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Green-brown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Red-pink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Yellowish-dark orange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Colorless, clear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Green-brown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the phenol derivative quinhydrone is present in the urine, the urine turns green-brown in air. The other options are not color changes characteristic of phenol poisoning.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142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Blood was drawn for alcohol from a person who denied drinking alcoholic beverages. After the sample was stored at room temperature for 2 days, 0.8‰ ethanol was detected in the blood. What is the correct assessment of this result?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result is reliable: 0.8‰ always proves that the person consumed alcohol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result may be false negative, because ethanol breaks down during storage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result may be false positive, because ethanol is formed in the blood itself during prolonged storage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Storage conditions do not affect the result, because room temperature does not alter the sample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The result may be false positive, because ethanol is formed in the blood itself during prolonged storage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blood is stored at room temperature for more than one day, up to approximately 1‰ ethanol may form in it, leading to a false positive result. Therefore, the sample must be stored cold, and the skin must not be wiped with ethanol.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124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After working with leaded (ethylated) gasoline, a worker developed, following a short latent period, decreased body temperature, bradycardia, hypotension, sweating, salivation, and symptoms of acute psychosis. What is the main biochemical cause of this picture?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Blockade of cholinesterase and pyruvate dehydrogenase in the brain, with accumulation of acetylcholine and pyruvate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Conversion of hemoglobin to methemoglobin, impairing oxygen transport to tissues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Blockade of cytochrome oxidase and cessation of tissue respiration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Binding of sulfhydryl groups and necrosis of the renal tubules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Blockade of cholinesterase and pyruvate dehydrogenase in the brain, with accumulation of acetylcholine and pyruvate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Tetraethyl lead inhibits the enzymes cholinesterase and pyruvate dehydrogenase in brain tissue, leading to accumulation of acetylcholine and pyruvic acid. This results in cholinergic symptoms (bradycardia, salivation, sweating) and psychosis. The remaining options correspond to the mechanisms of other poisons (methemoglobin-forming agents, cyanides, heavy metals).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147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corpse is deeply decomposed, and the internal organs of the thoracic and abdominal cavities have turned into an inseparable mixture. The source of poisoning is unknown. What sample is taken for toxicological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Only one third of the liver and an entire kidney with urine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An "average sample" of 1.5–2.0 kg from the mixture of internal organs of the thoracic and abdominal cavities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the stomach contents and 100–200 ml of blood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Only one third of the brain and one quarter of the lung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An "average sample" of 1.5–2.0 kg from the mixture of internal organs of the thoracic and abdominal cavities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deep decomposition the organs cannot be separated individually, so an "average sample" of 1.5–2.0 kg is taken from their mixture. The other options correspond to separate samples, or parts of them, taken from a corpse with preserved organs.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136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foreign forensic practice, the time from morphine administration to death is estimated using gas-liquid chromatography. When the medulla oblongata and cerebellum were examined, the ratio "morphine in the medulla oblongata / morphine in the cerebellum" was 1.4. What conclusion is drawn from this result?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very short time passed from morphine administration to death; death occurred almost immediately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Death was caused not by morphine but by the effect of another narcotic substance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least several hours have passed since morphine administration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ratio does not indicate time; it is considered only proof of chronic intoxication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At least several hours have passed since morphine administration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ratio is less than 1, the time since administration is short; if greater than 1, at least several hours have passed. 1.4 corresponds to the second case. The other options do not correspond to this interpretation of the ratio.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99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patient poisoned with barbiturates (weak organic acids), excretion of the poison in the urine must be accelerated. With what urine reaction is excretion better?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If it is more alkaline relative to blood plasma, weakly acidic substances pass into the urine better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If it is acidic, because weak acids are ionized more in an acidic environment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Urine pH is irrelevant, because barbiturates are excreted as strong electrolytes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Urine pH is irrelevant, because lipophilic compounds are completely excreted by the kidneys anyway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If it is more alkaline relative to blood plasma, weakly acidic substances pass into the urine better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Weakly acidic substances (barbiturates, salicylic acid) pass better from plasma into more alkaline urine. Weak bases, on the other hand, are excreted well in acidic urine. Only strong electrolytes are independent of pH, and lipophilic substances are hardly excreted by the kidneys at all.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74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aqueous extract was prepared from the stomach contents of a corpse with suspected poisoning: red litmus turned blue and phenolphthalein turned red. When barium chloride solution was added to it, the phenolphthalein color did not disappear. Which conclusion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alkaline reaction of the medium is due to sodium carbonate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sample contains large amounts of mineral acids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reaction of the medium is due to acetic acid vapors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sample contains a caustic alkali or ammonia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sample contains a caustic alkali or ammonia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a strong alkali or ammonia is present, hydroxide ions remain even after barium chloride is added, and the color persists. With sodium carbonate, however, barium carbonate precipitates and the color disappears. Acidic substances do not turn phenolphthalein red at all.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136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patient suspected of poisoning, the following were observed during life: pupillary constriction (miosis), whitish transverse bands on the nail plates, and hair loss (alopecia). The combination of these three signs corresponds to which poison?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Mercury compounds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Thallium compounds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Organophosphorus compounds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Atropine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Thallium compounds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Miosis occurs with organophosphorus compounds, opiates and thallium. Whitish bands on the nails are characteristic of thallium and arsenic, and alopecia of thallium and mercury. Only thallium covers all three signs. With atropine, the pupils dilate.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Ромодановский П.О., Баринов Е.Х., Судебная медицина в схемах и рисунках: учебное пособие, 406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who orally ingested a large amount of arsenic compounds developed severe headache, delirium and, within a short time, coma. Gastrointestinal symptoms were almost absent, and death occurred within the first hours. At autopsy, morphological changes are minimal and the meninges of the brain are markedly swollen. Which type of poisoning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Gastrointestinal type, with cholera-like diarrhea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Chronic type, with hair loss and polyneuropathy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Hemolytic type, with acute renal failure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Paralytic type, with paralysis of the respiratory and cardiovascular centers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Paralytic type, with paralysis of the respiratory and cardiovascular centers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paralytic type develops when the poison is taken in a large amount or administered parenterally. It features prominent signs of encephalopathy, weak digestive symptoms, and death in the first hours due to paralysis of the vital centers. The gastrointestinal type, by contrast, involves frequent vomiting and diarrhea.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148-149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corpse was buried a long time ago and has been exhumed, and samples are being taken for forensic chemical examination. Which of the suspected poisons is most likely to be detected after this period?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Ethyl alcohol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Potassium cyanide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Strychnine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Atropine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Strychnine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Strychnine, arsenic and heavy metal salts are well preserved, so they can be found even in a buried corpse. Alcohol and potassium cyanide break down quickly both in life and after death. Atropine is also prone to postmortem degradation.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298-299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an experiment, when curare was injected subcutaneously the muscles were rapidly paralyzed, whereas the same amount given through the stomach produced no effect. Which principle correctly explains this difference?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Curare is activated only in the liver, so it is initially non-toxic even when injected subcutaneously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Gastric juice completely neutralizes any poison, so a substance entering orally has no effect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Some poisons act only when they enter by specific routes, so the route of entry determines the outcome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With subcutaneous injection the effective dose is larger relative to body weight, so paralysis develops quickly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Some poisons act only when they enter by specific routes, so the route of entry determines the outcome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action of a poison depends on its route of entry into the body: curare rapidly paralyzes muscles when injected subcutaneously, but remains ineffective when it enters through the stomach. The other options offer overgeneralized or tissue-error mechanisms; the book gives no such explanation.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288-289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To detect suspected ammonia, three paper strips were attached to the stopper of a flask: moistened red litmus, one wetted with lead acetate, and one wetted with alkaline copper sulfate. When the putrefied specimen was heated, the litmus and the "copper" paper turned blue, and the "lead" paper turned black. Which conclusion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Hydrogen sulfide and ammonia were formed in the specimen by putrefaction, so ammonia cannot be reliably detected in this specimen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Ammonia poisoning is proven, because the blue color of the litmus and copper paper is characteristic of ammonia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specimen contains only hydrogen sulfide and no ammonia at all, so ammonia poisoning is excluded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black color on the lead paper confirms the presence of ammonia, and blue colors are not characteristic of putrefaction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Hydrogen sulfide and ammonia were formed in the specimen by putrefaction, so ammonia cannot be reliably detected in this specimen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pure ammonia, only the litmus and copper papers turn blue, while the lead paper does not change. A color change in all three papers indicates endogenous H2S and NH3 formed during putrefaction, which is why ammonia cannot be reliably detected.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136-137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athlete took the anabolic steroid stanozolol for several weeks and stopped one month before a competition. On the day of the competition, the urine test was negative. Which sample can reveal the fact of intake even a year or more later?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Blood serum taken after the competition, because steroids persist in the blood for a long time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Repeat urine, because steroid metabolites accumulate in urine for a year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Gastric lavage fluid, because the substance is retained in the intestinal wall for years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Hair, because drugs and medications are stored in hair for a long time without being metabolized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Hair, because drugs and medications are stored in hair for a long time without being metabolized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Hair is a conveniently collected and stored substrate, and the narcotic and drug substances in it do not undergo metabolism. Even when stanozolol was not found in urine, it was detected in hair a year or more later. In the other samples, the substance is eliminated quickly.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148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urine analysis for opiates, 7 of 437 positive results and 13 of 273 negative results turned out to be erroneous. What is the approximate proportion of errors among the negative results?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1.6%</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4.8%</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4.8%</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proportion of errors among negative results is 13/273 ≈ 4.8%. The 1.6% figure is 7/437 and relates to errors among positive results; the other options come from mixing up the numerator and denominator. The lower reliability of negative results is consistent with the general idea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123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"Metallic poisons" such as arsenic and mercury must be isolated from a corpse; in biological material they have formed covalent bonds with the sulfhydryl groups of proteins. Which isolation method is logically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Soaking the material in cold water to obtain an aqueous extract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Prolonged soaking of the material in acidified alcohol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Heating with oxidizing acids to destroy organic matter (mineralization)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Steam distillation of the material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Heating with oxidizing acids to destroy organic matter (mineralization)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the covalent bond is the strongest, simple soaking does not break it. To isolate metals, the organic matter is destroyed by heating with oxidizing acids. Soaking is suited to ionic and weaker bonds, and distillation to volatile poisons.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69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a corpse is examined at forensic autopsy for suspected poisoning, the order of examination of the internal organs differs from the usual. Which option shows the correct order?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First the stomach contents are rinsed with water, then the intestines are removed, and blood is taken last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First the heart is incised and blood is taken, then the stomach and intestines are removed with their inlet and outlet ends ligated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First the intestines are opened and emptied, then the heart is opened, and the samples are fixed in formalin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First the liver and kidneys are removed and washed in an antiseptic solution, then blood is taken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First the heart is incised and blood is taken, then the stomach and intestines are removed with their inlet and outlet ends ligated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poisoning is suspected, blood is taken from the heart first, and then the stomach and intestines are removed with their ends ligated. Water and antiseptics are not used, because the poison may be washed away, and the samples are not fixed with formalin or alcohol.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296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Lecture: Forensic toxicology. The effects of certain physical factors on the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6. Sud-tibbiy toksikologiya</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3-bob: zaharlanishlar tasnifi va toksikokinetika, s.53-119</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4-bob: kimyoviy-toksikologik tahlil metodologiyasi, s.120-151</a:t>
            </a:r>
          </a:p>
          <a:p>
            <a:pPr>
              <a:spcAft>
                <a:spcPts val="1200"/>
              </a:spcAft>
            </a:pPr>
            <a:r>
              <a:rPr sz="1800">
                <a:solidFill>
                  <a:srgbClr val="1F2937"/>
                </a:solidFill>
                <a:latin typeface="Calibri"/>
              </a:rPr>
              <a:t>▸  Iskandarov A.I., Qo‘ldoshev D.R. Sud tibbiyoti (tibbiyot instituti talabalari uchun), Toshkent (egasi taqdim etgan; yopiq foydalanish). . XIII-bob. Sud-tibbiy toksikologiya; bet 284-350</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5-modul. Zaharlovchi moddalar ta’siridan jarohat va o‘lim; bet 375-407</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 bo‘lim, 15-bob. Zaharlar va zaharlanishlar haqida umumiy ma’lumot; test nazorati; bet 129-138</a:t>
            </a:r>
          </a:p>
          <a:p>
            <a:pPr>
              <a:spcAft>
                <a:spcPts val="1200"/>
              </a:spcAft>
            </a:pPr>
            <a:r>
              <a:rPr sz="1800">
                <a:solidFill>
                  <a:srgbClr val="1F2937"/>
                </a:solidFill>
                <a:latin typeface="Calibri"/>
              </a:rPr>
              <a:t>▸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М.: Медицина (egasi taqdim etgan; yopiq foydalanish). 2004. 2-bob. Narkotik intoksikatsiyalarni sud-tibbiy diagnostika qilishning yangi metodologik yondashuvlari (kitob beti 89-124); bet 89-124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