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4-kurs-davolash-12-q01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4-kurs-davolash-12-q02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4-kurs-davolash-12-q03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4-kurs-davolash-12-q04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4-kurs-davolash-12-q05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4-kurs-davolash-12-q06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4-kurs-davolash-12-q07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4-kurs-davolash-12-q08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4-kurs-davolash-12-q09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4-kurs-davolash-12-q10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4-kurs-davolash-12-q11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4-kurs-davolash-12-q12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4-kurs-davolash-12-q13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4-kurs-davolash-12-q14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4-kurs-davolash-12-q15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4-kurs-davolash-12-q16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4-kurs-davolash-12-q17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4-kurs-davolash-12-q18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4-kurs-davolash-12-q19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4-kurs-davolash-12-q20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4-kurs-davolash-12-q21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4-kurs-davolash-12-q22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4-kurs-davolash-12-q23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4-kurs-davolash-12-q24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4-kurs-davolash-12-q25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4-kurs-davolash-12-q26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4-kurs-davolash-12-q27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4-kurs-davolash-12-q28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4-kurs-davolash-12-q29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4-kurs-davolash-12-q30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560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Georgia"/>
              </a:rPr>
              <a:t>Практическое занятие: Судебно-медицинская экспертиза живых лиц.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9A227"/>
                </a:solidFill>
                <a:latin typeface="Calibri"/>
              </a:rPr>
              <a:t>Тест для аудитории · 30 вопросов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9A227"/>
                </a:solidFill>
                <a:latin typeface="Calibri"/>
              </a:rPr>
              <a:t>Автоматический перевод — не проверен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каком уровне необратимой остроты зрения на обоих глазах или ниже он оценивается как потеря зрения?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0,1 и ниже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0,04 и ниже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0,2 и ниже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0,3 и ниже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0,04 и ниже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Стойкая полная слепота на оба глаза или снижение остроты зрения до 0,04 и ниже считается потерей зрения и оценивается как тяжкий вред здоровью. Остальные значения не соответствуют границе, установленной правилами.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281 стр.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 результате травмы утрачен слух только на одно ухо без возможности восстановления, второе ухо здорово. Как оценивается степень тяжести этого повреждения?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Тяжкий вред здоровью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Легкий вред здоровью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Вред здоровью средней тяжести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Легкий вред здоровью, повлекший кратковременное расстройство здоровья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Вред здоровью средней тяжести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Для оценки как тяжкого вреда необходима глухота на оба уха. Потеря слуха на одно ухо приводит к утрате менее одной трети общей трудоспособности, поэтому повреждение считается вредом здоровью средней тяжести.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282 стр.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Пострадавший преувеличивает имеющиеся у него признаки заболевания, а также сознательно не соблюдает рекомендации врача и отказывается от лечебных процедур. Как называется это состояние?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Симуляция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Диссимуляция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Членовредительство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Аггравация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Аггравация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Преувеличение признаков имеющегося заболевания или травмы называется аггравацией; сознательный отказ от лечения также относится к этому состоянию. При симуляции заболевания нет вовсе, при диссимуляции заболевание скрывается, а при членовредительстве повреждение наносится себе умышленно.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285 стр.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должна быть минимальная длина тела в вертикальном положении для оценки общего физического развития при определении половой зрелости у девочек?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150 см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160 см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140 см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155 см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4: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150 см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Указано, что при половой зрелости длина тела в вертикальном положении должна быть не менее 150 см. Этот показатель имеет относительное значение и оценивается только в совокупности с другими признаками.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289 стр.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Кто привлекается к уголовной ответственности по статье 120 Уголовного кодекса Республики Узбекистан за мужеложство, совершённое без применения насилия?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Только активный участник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 активный, и пассивный участник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Только пассивный участник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Пассивный участник считается потерпевшим и не несёт ответственности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5: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И активный, и пассивный участник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мужеложстве, совершённом без насилия, оба участника являются субъектами преступления. Пассивный участник считается потерпевшим только в случае применения насилия, угрозы или использования беспомощного состояния (статья 119).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297 стр.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Что относится к первичным (primary) критериям при идентификации личности?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Одежда и личные вещи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Рубцы и врождённые деформации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Отпечатки пальцев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Фотографии и место обнаружения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6: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Отпечатки пальцев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Первичные критерии: отпечатки пальцев, ДНК, состояние зубов и уникальные медицинские особенности. Деформации, рубцы, рентгенограммы, личные вещи и характерная одежда относятся к вторичным критериям; одежда, фотографии и место обнаружения имеют лишь вспомогательное значение.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36 стр.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отличии разрывов девственной плевы от естественных вырезок в каком промежутке по циферблату часов чаще всего обнаруживаются разрывы?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промежутке 11–1 (верхний сегмент)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промежутке 5–7 (нижний сегмент)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промежутке 2–4 (правый боковой сегмент)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промежутке 8–10 (левый боковой сегмент)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7: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В промежутке 5–7 (нижний сегмент)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Разрывы встречаются преимущественно в нижних сегментах, в промежутке 5–7 по циферблату часов. Естественные вырезки могут находиться в любом сегменте плевы. Остальные промежутки не являются характерной локализацией разрывов.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292 стр.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 долго сперма обычно сохраняется во влагалище после полового акта?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до 12 часов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до 2 недель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до 1 месяца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до 3–5 дней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8: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примерно до 3–5 дней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Сперма во влагалище обычно сохраняется до 3–5 дней, поэтому чем раньше взят лабораторный образец, тем надёжнее результат. Остальные сроки не соответствуют периоду сохранения, приведённому в учебнике.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292 стр.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 какой статье Уголовного кодекса Республики Узбекистан предусмотрена ответственность за совершение развратных действий в отношении лиц, не достигших шестнадцати лет?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Статья 129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Статья 118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Статья 119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Статья 120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9: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Статья 129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Ответственность за развратные действия установлена статьёй 129 Кодекса. Статья 118 регулирует изнасилование, статья 119 — удовлетворение половой потребности противоестественным способом, статья 120 — мужеложство.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298 стр.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Какое искусственное изменение возникает при введении шприцем под кожу плохо рассасывающихся веществ, таких как парафин или вазелин?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Искусственный дерматит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Искусственный абсцесс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Искусственная опухоль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Искусственный отёк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10: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Искусственная опухоль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Относительно безвредные для здоровья, не рассасывающиеся вещества образуют под кожей искусственную опухоль. Дерматит возникает от механического, химического или термического воздействия, абсцесс — от инфекции или введения химических веществ, а отёк — от сдавливающего перетягивания конечности или многократных ударов.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286 стр.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Какое из следующих действий соответствует понятию «мучение» как особому способу причинения телесных повреждений?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Многократные удары по телу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Прижигание тела горячими предметами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Множественные уколы иглой в тело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Длительное лишение человека пищи и тепла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11: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Длительное лишение человека пищи и тепла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Мучение — это лишение человека необходимых условий (пища, вода, воздух, тепло, свет). Прижигание и уколы иглой относятся к истязанию путём причинения боли, а многократные удары — к избиению.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365 стр.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Что наблюдается при ориентировочной пробе на алкоголь с перманганатом калия (по Раппорту), если в воздухе, выдыхаемом испытуемым, есть алкоголь?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Раствор становится зелёным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Раствор остаётся розовато-красным без изменений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Раствор обесцвечивается в течение одной минуты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растворе образуется жёлтый осадок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12: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Раствор обесцвечивается в течение одной минуты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присутствии серной кислоты алкоголь окисляется, перманганат калия восстанавливается, и раствор обесцвечивается в течение первой минуты. Переход в зелёный цвет характерен для пробы с бихроматом калия. Розовато-красная окраска сохраняется в контрольной пробирке, то есть без алкоголя.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407–408 стр.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 каком возрасте обычно прорезываются первые моляры (большие коренные зубы) среди постоянных зубов?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7 лет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8–8,5 лет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5–6 лет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12–13 лет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13: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В 5–6 лет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Первые постоянные моляры прорезываются в 5–6 лет. 7 лет соответствует центральным резцам, 8–8,5 лет — боковым резцам, 12–13 лет — вторым молярам.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404 стр.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признак при сопоставлении прижизненной и посмертной рентгенограмм черепа, будучи индивидуальным у каждого человека, позволяет достоверно установить личность?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Контур лобной пазухи (sinus frontalis)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Общие размеры черепа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Степень зарастания швов черепа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Величина угла нижней челюсти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14: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Контур лобной пазухи (sinus frontalis)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Согласно источнику, у двух людей контур лобной пазухи не бывает одинаковым, поэтому сопоставление достоверно. Общие размеры и угол челюсти у многих людей сходны, а зарастание швов используется главным образом для оценки возраста.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38 стр.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Чем обрабатывается кожа перед взятием крови из пальца для количественного определения алкоголя?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Ватой, смоченной этиловым спиртом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Спиртовым раствором йода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Марлей, смоченной бензином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Раствором сулемы (дихлорида ртути) в соотношении 1:1000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15: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Раствором сулемы (дихлорида ртути) в соотношении 1:1000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Кожу следует протирать раствором дихлорида ртути. Спирт, спиртовой раствор йода и бензин могут негативно повлиять на результат определения, поэтому их не используют.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411 стр.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спорной экспертизе отцовства установлено, что группа крови матери — O (I), ребёнка — A (II), предполагаемого отца — O (I). Каким будет заключение эксперта?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Отцовство нельзя исключить, так как рецессивный ген O может передать ребёнку антиген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Ребёнок не может быть от этого отца, так как антиген A отсутствует у обоих родителей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Отцовство категорически подтверждается, так как группы крови отца и матери одинаковы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Заключение дать невозможно, так как групповые антигены изменяются в детском возрасте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16: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Ребёнок не может быть от этого отца, так как антиген A отсутствует у обоих родителей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Если у ребёнка есть антиген A, он обязательно должен быть хотя бы у одного из родителей. Поскольку оба родителя имеют группу O, антиген A ребёнку передаться не может, следовательно, отцовство исключается. Антигены групп крови качественно не изменяются в течение всей жизни.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396 стр.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исследовании семенной жидкости мужчины обнаружен только один сперматозоид. Какое заключение может дать эксперт с точки зрения судебной медицины?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Заключит, что лицо неспособно к оплодотворению из-за азооспермии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Лицо будет признано бесплодным из-за некроспермии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Обнаружение одного сперматозоида не даёт оснований утверждать, что лицо неспособно к оплодотворению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Заключит, что лицо неспособно к половому сношению из-за импотенции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17: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Обнаружение одного сперматозоида не даёт оснований утверждать, что лицо неспособно к оплодотворению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Азооспермия означает полное отсутствие сперматозоидов, здесь же сперматозоид обнаружен. Даже при наличии одного сперматозоида нет оснований утверждать, что способности к оплодотворению нет. Импотенция же относится к способности совершать половой акт и по анализу семенной жидкости не определяется.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381 стр.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Суд поручил эксперту установить, ровно 20 лет или 21 год живому лицу. Каков правильный подход эксперта?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Указать, что точно определить это невозможно, и привести вероятный возрастной интервал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Опираясь на рентгенологические и зубные данные, категорически установить возраст с точностью до одного года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сомнении принять меньший возраст и сузить возрастной интервал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Опираясь только на результаты наружного осмотра, назвать наиболее вероятный возраст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18: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Указать, что точно определить это невозможно, и привести вероятный возрастной интервал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Оценка «20 лет» охватывает 364 дня со дня рождения и отстоит от оценки «21 год» всего на один день. Поэтому эти два возраста нельзя уверенно разграничить. При сомнении интервал расширяется, а не сужается.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39 стр.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потерпевшего выявлен закрытый перелом бедренной кости. Лечение прошло без осложнений, расстройство здоровья длилось 40 дней, трудоспособность восстановилась частично. Как оценивается эта травма по отдельному пункту правил судебно-медицинского определения степени тяжести телесных повреждений?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Средней тяжести, так как расстройство здоровья длилось более двадцати одного дня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Лёгкий, повлёкший кратковременное расстройство здоровья, так как признаков опасности для жизни нет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Тяжкий, так как такой перелом независимо от реального исхода влечёт утрату более одной трети трудоспособности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Средней тяжести, так как тяжесть определяется только по дням в листке нетрудоспособности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19: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C. Тяжкий, так как такой перелом независимо от реального исхода влечёт утрату более одной трети трудоспособности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правилах есть перечень повреждений, влекущих утрату более одной трети общей трудоспособности, в него входит и открытый или закрытый перелом бедренной кости. Такое повреждение считается тяжким независимо от реального исхода и оказания медицинской помощи. Варианты, основанные на днях, этот пункт не учитывают.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280 стр.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Одному лицу в разные даты при разных событиях причинены два телесных повреждения. Как эксперт определяет степень тяжести?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Степень тяжести определяется отдельно для каждого повреждения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Для совокупности обоих повреждений устанавливается единая общая степень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 всей ситуации применяется степень, соответствующая более тяжкому из двух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Дни расстройства здоровья по обоим повреждениям суммируются и оцениваются вместе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20: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Степень тяжести определяется отдельно для каждого повреждения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Единая общая оценка даётся только для повреждений, причинённых одновременно, в одном событии и отягощавших течение друг друга. Когда повреждения причинены в разные сроки, каждое оценивается отдельно. Остальные варианты нарушают это правило.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283 стр.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Врач подозревает у здорового лица симуляцию, однако диагноз ещё не установлен. Какая тактика верна?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Немедленно начать полный курс лечения для проверки подозрения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Открыто сообщить обследуемому о подозрении и побудить его к признанию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Заранее согласовать все обследования и провести их один раз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Не назначать лечение, пока диагноз не установлен, так как лечение косвенно подтверждает заболевание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21: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Не назначать лечение, пока диагноз не установлен, так как лечение косвенно подтверждает заболевание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Назначенные лечебные меры косвенно подтверждают наличие заболевания, поэтому до уточнения диагноза лечение не назначается. Для выявления симуляции за лицом ведётся длительное наблюдение, а отдельные обследования желательно проводить без предупреждения, внезапно и повторно. Остальные варианты противоречат этим принципам.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285 стр.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экспертизе девушка сообщает, что имела половую жизнь, однако признаков дефлорации на девственной плеве не обнаружено. При какой структуре плевы половое сношение может протекать без дефлорации?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толстой, плотной, мясистой плеве большой высоты без естественных вырезок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эластичной, растяжимой плеве малой высоты с множеством естественных вырезок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тонкой, плотной плеве большой высоты с очень узким отверстием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толстой плеве с низкой растяжимостью и одной глубокой вырезкой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22: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В эластичной, растяжимой плеве малой высоты с множеством естественных вырезок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ряде случаев при половом сношении дефлорации не происходит; это характерно главным образом для эластичных, растяжимых плев малой высоты с множеством естественных вырезок. Толстые, плотные или высокие плевы не растягиваются и чаще разрываются.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291 стр.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мужчины, подозреваемого в пассивном участии в мужеложстве, имеются изменения в области заднего прохода, однако он страдает хроническим геморроем и проктитом. Как должен поступить эксперт?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Примет изменения как доказательство регулярных пассивных половых актов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Обратит внимание на эти заболевания при опросе и при необходимости получит консультацию проктолога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Прекратит осмотр и вернёт дело, не давая никакого заключения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 учитывая заболевания, оценит только по цвету слизистой оболочки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23: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Обратит внимание на эти заболевания при опросе и при необходимости получит консультацию проктолога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Запор, понос, проктит, парапроктит, геморрой или следы прежних операций могут быть ошибочно истолкованы как признаки регулярного пассивного мужеложства. Поэтому при опросе уделяется внимание этим вопросам, при необходимости получают консультацию проктолога.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298 стр.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 рамках уголовного дела планируется оценка возраста живого подростка по скелету. Какое утверждение об этом методе верно?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Не выполняется визуально, опирается на технологии; из-за риска облучения проводится с информированного согласия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Может быть полностью заменена внешним осмотром, поэтому согласие не требуется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Опирается только на внутриротовой осмотр и не требует ионизирующего излучения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Даёт точный календарный возраст, поэтому сопоставление с другими методами не обязательно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24: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A. Не выполняется визуально, опирается на технологии; из-за риска облучения проводится с информированного согласия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Оценку по скелету нельзя выполнить на глаз, она опирается на технологии. Большинство технологий несёт риск ионизирующего излучения, поэтому проводится только с информированного согласия. Чем больше методов применяется, тем ближе результат к истинному возрасту.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40 стр.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живого лица в крови ребёнка определён гаптоглобин типа 1 (генотип 1-1), а у предполагаемого отца обнаружен гаптоглобин типа 2 (генотип 2-2). Как трактуется эта ситуация в экспертизе спорного отцовства?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Отцовство исключается: у ребёнка не может быть гена 2, отец и ребёнок — противоположные гомозиготы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Отцовство подтверждается, так как от отца ребёнку передаются сразу оба гена гаптоглобина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Отцовство не исключается, так как генотип ребёнка определяется только геном матери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Вопрос не решается, так как в такой ситуации скрытый аллель всегда препятствует исключению отцовства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25: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Отцовство исключается: у ребёнка не может быть гена 2, отец и ребёнок — противоположные гомозиготы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Настоящий отец обязательно передаёт ребёнку один ген. Если отец — гомозигота 2-2, у ребёнка должен быть ген 2, а ребёнок — 1-1. Возможность скрытого аллеля рассматривается только в негомозиготных случаях, здесь же она не применяется.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399 стр.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пострадавшего систолическое артериальное давление 60 мм рт. ст., шоковый индекс Альговера выше 1,2, кровопотеря около 1,8 л, сознание — сопор. Какая степень травматического шока соответствует?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I степень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III степень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II степень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IV степень (терминальное состояние)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26: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III степень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III степени систолическое давление 50–70 мм рт. ст., индекс выше 1,2, кровопотеря 1,5–2 л, сознание в состоянии сопора. При I и II степени сознание сохранено, индекс низкий, кровопотеря небольшая. При IV степени — терминальное состояние, систолическое давление ниже 50.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Ромодановский П.О., Баринов Е.Х., Судебная медицина в схемах и рисунках: учебное пособие, 413 стр.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Лицо в 20:00 выпило 200 мл 40-процентной водки. До какого времени ориентировочная проба (индикаторной трубкой) на алкоголь в выдыхаемом воздухе, как ожидается, будет давать положительный результат?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 21:00–21:30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 23:00–23:30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 02:00–02:30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 05:00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27: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До 02:00–02:30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 данным учебника, при употреблении 200 мл 40-процентной водки алкоголь в выдыхаемом воздухе можно обнаружить примерно в течение 6–6,5 часов. Если прибавить 6–6,5 часов к 20:00, получится 02:00–02:30. Остальные варианты соответствуют дозам 50 мл, 100 мл и 250 мл.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409 стр.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военнослужащего выявлено выпадение прямой кишки; на слизистой оболочке прямой кишки и в области заднего прохода имеются повреждения, обстоятельства случившегося объяснить он не может. Какое предположение эксперт рассмотрит в первую очередь?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Истинное выпадение прямой кишки, а повреждения — его вторичное последствие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Аггравация, то есть преувеличение признаков существующего заболевания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Диссимуляция, то есть попытка скрыть существующее заболевание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Искусственно вызванное механическим способом выпадение прямой кишки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28: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Искусственно вызванное механическим способом выпадение прямой кишки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искусственном выпадении в кишку вводят ленточный мешочек с набухающим веществом и вытягивают его. В отличие от истинного выпадения, остаются повреждения слизистой оболочки и вокруг заднего прохода. Это признак именно искусственного заболевания, другие варианты эту находку не объясняют.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287 стр.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Эксперт должен провести судебно-медицинское освидетельствование больного, находящегося на лечении в стационаре. Какой порядок верен?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Освидетельствование проводится с разрешения руководителя учреждения в любом состоянии и только в присутствии эксперта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Освидетельствование проводится только в присутствии лица, назначившего экспертизу, медицинский работник не участвует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Освидетельствование проводится независимо от состояния больного, а результат фиксируется только в документе эксперта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Освидетельствование проводится только если позволяет состояние здоровья больного, в присутствии назначившего лица или его представителя и заведующего отделением (лечащего врача), и записывается в историю болезни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29: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D. Освидетельствование проводится только если позволяет состояние здоровья больного, в присутствии назначившего лица или его представителя и заведующего отделением (лечащего врача), и записывается в историю болезни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Освидетельствование возможно прежде всего тогда, когда это допускает состояние здоровья больного. В нём участвуют лицо, назначившее экспертизу, или его представитель и работник лечебного учреждения. Факт проведения освидетельствования отражается в истории болезни. Остальные варианты нарушают эти условия.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301 стр.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3-летнего ребёнка на обеих руках обнаружен ожог в виде «перчаток» с ровными краями, чётко отграниченный от здоровой кожи, относительно одинаковой глубины. Для какой ситуации эти признаки более характерны?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Ожог в виде капель-брызг, возникший при случайном разбрызгивании кипятка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Ожог в результате случайного прикосновения оставшегося без присмотра родителей ребёнка к горячей посуде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Ожог вследствие насилия при погружении рук в кипящую жидкость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Термический дерматит при длительном воздействии солнечных лучей или источника тепла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30: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Ожог вследствие насилия при погружении рук в кипящую жидкость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ожогах вследствие насилия края ровные, чётко ограничены по уровню погружения (в виде перчатки или носка), глубина относительно равномерная. При случайных ожогах встречаются каплевидные, поверхностные очаги с нечёткими границами и неравномерной глубиной. Факт насилия устанавливают следствие и суд, а эксперт оценивает характер повреждения.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Ромодановский П.О., Баринов Е.Х., Судебная медицина в схемах и рисунках: учебное пособие, 427 стр.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Литература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живых лиц. · Автоматический перевод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12. Tirik shaxslar sud-tibbiy ekspertizasi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ed.. 2011. Chapter 4. Identification of the living and the dead, pp. 35–41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 (egasi taqdim etgan; yopiq foydalanish). 2017. 6-modul. Jabrlanuvchilar va boshqa shaxslar ekspertizasi (og‘irlik, jinsiy holat, yosh); bet 408-459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 (egasi taqdim etgan; yopiq foydalanish). 2006. VIII-IX bo‘limlar (19-23-boblar). Tirik shaxslar, jinsiy holatlar, identifikatsiya; bet 154-191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Iskandarov A.I., Qo‘ldoshev D.R. Sud tibbiyoti (tibbiyot instituti talabalari uchun), Toshkent (egasi taqdim etgan; yopiq foydalanish). . XIV-bob. Tirik shaxslar ekspertizasi; bet 351-413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