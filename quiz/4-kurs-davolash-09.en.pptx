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4-kurs-davolash-09-q30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Mechanical asphyxia.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term asphyxia is derived from Greek. What is its original meaning?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Absence of pulse (a – negation, sphygmos – pulse)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Absence of breathing (a – negation, pnoe – breath)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Decreased oxygen in the blood (a – negation, oxys – oxygen)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Loss of consciousness (a – negation, noos – mind)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Absence of pulse (a – negation, sphygmos – pulse)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word asphyxia is formed from the Greek "a" (negation) and "sphygmos" (pulse), and in its original sense means absence of pulse. The other options resemble consequences of asphyxia but do not match the etymology of the term.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104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breathing in a closed, confined environment, the oxygen in the air decreases and carbon dioxide increases. Which type of exogenous hypoxia develops?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Hypoxic hypoxia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Hypercapnic hypoxia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Hyperoxic hypoxia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Cytotoxic hypoxia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Hypercapnic hypoxia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hypercapnic hypoxia, the carbon dioxide content of the air in a confined environment increases along with the decrease in oxygen. In the hypoxic type only oxygen decreases, in the hyperoxic type the oxygen concentration is excessive, and cytotoxic hypoxia belongs to the endogenous type.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104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are the small (2–3 mm in diameter) dark red hemorrhages located beneath the visceral pleura and epicardium called in mechanical asphyxia?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Rasskazov–Lukomsky–Paltauf spots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Vishnevsky spots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Tardieu spots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Sabinsky 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Tardieu spots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small hemorrhages beneath the visceral pleura and epicardium are called Tardieu spots. Rasskazov–Lukomsky–Paltauf spots are larger, with blurred margins, and occur only beneath the pleura. Vishnevsky spots occur in the gastric mucosa, while the Sabinsky sign is anemia and a contracted spleen.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111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hanging, a transverse tear of the carotid artery intima below the projection of the strangulation furrow is known by which sign?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Martin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Walcher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Simon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Amussat 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Amussat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transverse tear of the carotid artery intima is the Amussat sign. In the Martin sign, blood is effused into the outer layer of the artery; in the Walcher sign, there is hemorrhage and a tear at the lower end of the sternocleidomastoid muscle; in the Simon sign, hemorrhage occurs into the cervical intervertebral discs.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change in the blood is observed in true drowning in salt (sea) water?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liquid part of the blood passes into the alveoli, resulting in hypovolemia and blood thickening (hemoconcentration)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Water passes from the alveoli into the blood, producing hemodilution and osmotic hemolysis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blood composition remains almost unchanged, and it is only lighter in the left chambers of the heart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Water passes into the blood, and due to hemolysis of erythrocytes the livor mortis becomes pinkish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 liquid part of the blood passes into the alveoli, resulting in hypovolemia and blood thickening (hemoconcentration)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osmotic pressure of salt water is higher than that of blood, water does not enter the blood; on the contrary, the liquid part of the blood moves into the alveoli. As a result, the blood thickens. Hemodilution and hemolysis are features of drowning in fresh water.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 victim is strangled from the front with two hands, how are the bruises and abrasions from the fingertips usually located on the neck?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2–4 on the anterior surface of each side, and one on the posterior surface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One on the anterior surface of each side, and 2–4 on the posterior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on the anterior surface of the neck, evenly, 4–6 marks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Only on the posterior surface of the neck, 2–4 on each side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One on the anterior surface of each side, and 2–4 on the posterior surface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manual strangulation from the front, the thumbs of the two hands leave one mark each on the anterior surface of the neck, while the marks of the remaining fingers are 2–4 on the posterior surface. In strangulation from behind, this arrangement is reversed.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asphyxia, expiration becomes stronger and longer and the chest decreases in size; arterial pressure rises, venous pressure falls, and the pulse quickens. Clonic convulsions occur with release of urine and semen. Which stage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Inspiratory dyspnea stage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Brief respiratory pause (relative calm) stage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Expiratory dyspnea stage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respiration stage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Expiratory dyspnea stage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predominance of expiration, the rise in arterial pressure, and strong clonic convulsions are characteristic of the expiratory dyspnea stage. In the inspiratory stage, inspiration predominates and the pulse slows. In the respiratory pause stage, pressures fall, and in the terminal stage there are only occasional irregular respiratory movements.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106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true (aspiration) drowning, persistent fine-bubbled white foam forms around the mouth and nose and in the airways. What is this sign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Krushevsky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Fagerlund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Sveshnikov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Paltauf 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Krushevsky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Persistent fine-bubbled foam is called the Krushevsky sign. The Fagerlund sign refers to water in the stomach, the Sveshnikov sign to fluid in the cavity of the skull base, and the Paltauf sign to hemorrhages in the muscles.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drowning, how do the Rasskazov–Lukomsky–Paltauf spots found beneath the visceral pleura differ from Tardieu spots?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They form only in drowning in salt water and are located beneath the epicardium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They are 2–3 mm in diameter, dark red, and occur more often on the posterior surface of the heart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They appear only in asphyxial drowning and have sharply defined margins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They are larger, pinkish-red, with blurred margins; they form due to hemolysis by water and are not found beneath the epicardium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They are larger, pinkish-red, with blurred margins; they form due to hemolysis by water and are not found beneath the epicardium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These spots form when Tardieu spots undergo hemolysis under the effect of water during the terminal respiration stage. For this reason they are larger, pink, and have blurred margins, and they do not occur beneath the epicardium. They do not form in salt water or in asphyxial drowning. The other descriptions among the options relate to Tardieu spots.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is a case of sexual (autoerotic) asphyxia that ended in the person's death usually classified in forensic medicine?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Homicide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Accident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Suicide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Natural death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Accident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autoerotic asphyxiophilia, the person controls the asphyxia themselves for sexual arousal and death occurs unintentionally, so it is considered an accident. Homicide and suicide imply intent and the involvement of another person. Nor is it a natural death, since death results from an asphyxial effect.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105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the chest and abdomen are compressed for a prolonged time, the lung tissue turns bright red and swells, because oxygen-saturated blood accumulates in greater amounts in the lungs. What is this change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Tardieu spots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Sabinsky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“Carmine swelling” of the lung (Lacassagne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Casper 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“Carmine swelling” of the lung (Lacassagne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compression asphyxia, because of weak breathing, oxygen-saturated blood stagnates in the lungs and the lungs become bright red and swollen; this is called “carmine swelling” (Lacassagne sign). Tardieu spots are small hemorrhages under the pleura and epicardium, the Sabinsky sign is a contracted spleen, and the Casper sign is a difference in blood color between the heart chambers.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129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that has been in water, after approximately how long can the skin of the palms and soles detach together with the nails in the form of a “death glove” and “death sock”?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After a few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After 2–3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5–8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After 10–15 days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After 2–3 weeks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Skin maceration develops in stages: within a few hours the fingers become wrinkled, and by 5–8 days the heel surface is involved. The “death glove” can be removed after 2–3 weeks. By 10–15 days the hair can be pulled out easily.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127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approximate share of hanging among deaths from mechanical asphyxia?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25–30%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80–85%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Hanging is the most common type of mechanical asphyxia and accounts for approximately 65–70% of deaths from asphyxia. The other options either understate or overstate this share.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111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a drowning person makes violent movements to save their life, their muscles become tense. As a result, hemorrhages form in the muscles of the neck, chest and back of the body. Which sign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Paltauf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Moro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Fagerlund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Sveshnikov 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Paltauf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Such hemorrhages in the muscles are called the Paltauf sign. The Moro sign indicates free fluid in the abdominal cavity, the Fagerlund sign indicates water in the stomach, and the Sveshnikov sign indicates fluid in the cavity of the skull base.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signs is associated with stretching of the neck and does not usually occur in strangulation of the neck by a ligature?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Positive result of the Bokarius test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Krushevsky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Tardieu spots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Walcher 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Walcher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Walcher sign, i.e., hemorrhage and tear at the lower end of the sternocleidomastoid muscle, is associated with stretching of the neck. This sign is characteristic of hanging and is not observed in ligature strangulation. Tardieu spots are a general asphyxial sign, the Krushevsky sign is characteristic of drowning, and the Bokarius test shows the vitality of the furrow.</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117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body was recovered from a water body with a temperature of 18–20 °C. The skin of the palms is completely blanched and wrinkled, while such a change is not yet present on the heels. Approximately how long was the body in the water?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few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Approximately 2–5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Approximately 10–15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Approximately 2–3 weeks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Approximately 2–5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Changes in the fingers begin after a few hours. The palm surface is completely involved in 2–5 days, and the heel surface in 5–8 days. Therefore, a state in which the heel is not yet changed corresponds to 2–5 days. In 2–3 weeks the skin detaches in the shape of a glove.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127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There are almost no external injuries on the skin of the neck of the body. On internal examination, extensive hemorrhages into the soft tissues of the neck and fractures of the horns of the hyoid bone were found. Which condition does this picture most likely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Typical hanging in a ligature made of soft material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Positional asphyxia with the head flexed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Manual strangulation through a soft object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Closure of the respiratory orifices with a soft object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Manual strangulation through a soft object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manual strangulation, internal injuries are more pronounced than external ones, and the horns of the hyoid bone are fractured. In strangulation through a soft object, external marks may be minimal or absent altogether. In positional asphyxia the hyoid bone is not damaged, and when the respiratory orifices are closed there are no such injuries on the neck. Hyoid bone injury is not characteristic of hanging.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recovered from fresh water, the blood in the left chambers of the heart is paler than on the right, the endocardium of the left chambers is reddish, and there is approximately 100 ml of free fluid in the abdominal cavity. Under the visceral pleura, pinkish-red hemorrhages with blurred edges were found. Which type of drowning does this picture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True (aspiration) drowning in fresh water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True drowning in sea water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Asphyxial drowning in fresh water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Sudden (reflex) death in water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True (aspiration) drowning in fresh water</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In true drowning in fresh water, water passes through the alveoli into the blood, and the blood becomes diluted and undergoes hemolysis. For this reason the blood of the left heart is paler, the endocardium becomes reddened, and Rasskazov–Lukomsky–Paltauf spots form. In sea water the blood thickens and these spots do not appear. In asphyxial drowning water does not reach the alveoli, and in sudden death the signs of asphyxia do not have time to develop.</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122–123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unconscious under the influence of alcohol fell into a narrow space and remained with the head flexed forward for a long time. There is no strangulation furrow on the neck of the body, only a furrow-like fold. On internal examination, a pale streak in the soft tissues of the neck in the projection of the fold and some hemorrhages on its sides were found. The hyoid bone and laryngeal cartilages are intact. Which condition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Complete hanging in a ligature with an atypical knot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Strangulation of the neck with a soft ligature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Positional asphyxia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Manual strangulation of the neck with both hands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Positional asphyxia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Remaining with the head flexed for a long time leads to positional asphyxia. In it there is no true furrow, only a flexion fold and a pale streak in its projection. In ligature or manual strangulation there are an external furrow or fingertip marks. In manual strangulation, the hyoid bone and cartilages may also be fractured.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119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There are two strangulation furrows on the neck of the body: one horizontal around the circumference, the other directed obliquely upward. An epidermal border is observed between the furrows. Which interpretation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victim was first strangled with a ligature and then hanged by the same ligature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victim was completely hanged in a double-loop ligature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victim died of positional asphyxia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victim died while attempting to strangle his own neck with both hands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victim was first strangled with a ligature and then hanged by the same ligature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One horizontal circular furrow and another obliquely upward furrow indicate that the victim was first strangled and then hanged. During hanging the ligature shifts, forming an epidermal border between them. A double-loop ligature produces furrows parallel to each other. In positional asphyxia and manual strangulation there is no ligature furrow.</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215-216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recovered from water, the lungs show acute emphysema, are hyperaerated and dry, and the stomach contains a large amount of water. Air embolism of the heart is suspected, and the Sunsov test is being performed. Which ventricle is punctured and why?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right ventricle, because in mechanical injuries air collects there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Both ventricles together, because air spreads with the blood throughout the entire heart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right atrium, because air returns here through the venae cavae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left ventricle, because air that has passed through damaged alveoli collects in the left chambers via the pulmonary veins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left ventricle, because air that has passed through damaged alveoli collects in the left chambers via the pulmonary veins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acute emphysema of asphyxial drowning, the interalveolar septa are damaged. A small amount of air passes through the pulmonary veins into the left chambers of the heart and collects there. Therefore, in this test, unlike in mechanical injuries, the left ventricle is punctured rather than the right. The other options indicate the air pathway incorrectly.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person rescued from hanging, after respiration and cardiac activity were restored, arterial pressure and muscle tone rose, tendon reflexes became exaggerated, tonic convulsions and extensor-type pathological reflexes appeared, and body temperature increased. Which stage of the asphyxial coma period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stage of areflexia and atonia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stage of decerebrate rigidity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stage of tonic-clonic convulsions and hyperkinesias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stupor stage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stage of decerebrate rigidity</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The rise in muscle tone and arterial pressure after respiration and cardiac activity are restored, together with tonic convulsions and extensor-type pathological reflexes, is characteristic of decerebrate rigidity. In areflexia and atonia, tone is reduced and reflexes cannot be elicited. In the next stage, tonic-clonic convulsions and flexor-type reflexes appear. Stupor refers to the period of torpor that begins after the coma ends.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108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worker who fell into a deep well died. Examination of the body revealed only general signs of rapid death. Fermentation and putrefaction processes were observed at the bottom of the well.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Death was caused solely by oxygen deficiency; other factors are insignificant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Specific morphological signs characteristic of this type are found, and the diagnosis is based on them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 addition to hypoxia and hypercapnia, toxic substances formed during fermentation and putrefaction may also have contributed to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Death was caused by obstruction of the airways by a foreign body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In addition to hypoxia and hypercapnia, toxic substances formed during fermentation and putrefaction may also have contributed to death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limited, incompletely closed environment (a well, a silo pit), toxic substances formed during fermentation and putrefaction are also significant in the genesis of death, together with hypoxia and hypercapnia. There are no specific morphological changes characteristic of this type of asphyxia; only signs of rapid death are found. Since no foreign body was found, there is no basis for obturation.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130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rescued from an asphyxial state is being observed in the hospital. The development of which of the following changes in the first hours is considered an unfavorable prognostic sign?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Pulmonary edema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Cutaneous hyperesthesia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Pupillary hippus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Hyperhidrosis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Pulmonary edema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development of pulmonary edema in the first hours of the postasphyxial state is an unfavorable prognostic sign. Cutaneous hyperesthesia, hyperhidrosis, and pupillary hippus result from autonomic nervous system disturbances and do not carry such prognostic severity.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109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Asphyxial drowning is suspected in a body recovered from water. Diatom plankton was not found in the liver, kidney, and bone marrow, but diatoms are present in the lung tissue. Which sample provides the most reliable information for plankton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Fluid taken from the cavity of the skull base bone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Only pieces of lung tissue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Water and food mass from the stomach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Free fluid from the abdominal cavity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Fluid taken from the cavity of the skull base bone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water does not pass into the alveoli because of laryngospasm, so diatoms may be absent from parenchymal organs. Water enters the skull base cavity through the nose, which is why this fluid is the one taken for plankton examination. Diatoms in the lungs can also be found when water enters after death, so they are not diagnostic.</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125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naked bodies were recovered at the same time from a body of water of uniform temperature: a newborn infant and a 60-year-old man. Which conclusion about skin maceration (wrinkling, sloughing)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Faster in the infant, because its skin is thin and delicate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Faster in the man, because the epidermis is thick and the skin is dry and wrinkled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the same rate in both, because the water temperature is the same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Faster in the infant, because there is no protective coating on the skin at all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Faster in the man, because the epidermis is thick and the skin is dry and wrinkled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adults, the epidermis is thicker and the skin is dry and wrinkled, so it is more prone to maceration. In a newborn infant, the waxy coating on the skin surface protects against maceration. Therefore age must also be taken into account; temperature alone is not sufficient.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128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side of an overturned car heavily compressed the chest and abdomen, and the person died within a short time. On the body, the ecchymotic mask and carmine edema of the lungs are barely expressed, but closed injuries are present in the chest and abdominal cavity. Which explanation is most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Because the compression lasted a long time, the signs of asphyxia faded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Because the compression involved only the abdomen, the lungs were not damaged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Because severe compression quickly disrupted respiration and circulation, the signs of asphyxia remained minimal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Because the pressure affected the brain, venous congestion did not develop</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Because severe compression quickly disrupted respiration and circulation, the signs of asphyxia remained minimal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Severe compression stops respiration and circulation within a short time, so the signs of asphyxia at the time of death are minimal and closed injuries are often found together. The ecchymotic mask and carmine edema develop prominently in incomplete, prolonged compression.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218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cases are being compared: A — bleeding and aspiration of blood in a skull base fracture; B — aspiration of vomit in a severely intoxicated person. In which case is chemical injury of the bronchial and alveolar mucosa more expected, and why?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case A, because the blood clots and mechanically occludes the alveoli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case A, because the blood has an acidic environment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Equal in both, because both are aspiration of a liquid substance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In case B, because vomit has an acidic environment and is more aggressive than blood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 case B, because vomit has an acidic environment and is more aggressive than blood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Blood has a near-neutral environment, whereas vomit is acidic and therefore acts more aggressively on the mucosa. As a result, chemical injury develops in the bronchi and alveoli. The fact that liquid is aspirated does not make the chemical damage equal in both cases.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120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examination of the neck organs is planned on the body of a person who died from hanging. Before removing the organ block, the cranial cavity is opened and blood is drained from the aorta and the superior vena cava. What is the main purpose of this sequence?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 better display the color of the strangulation furrow</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 prevent blood imbibition of the neck tissues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 isolate plankton in order to differentiate from drowning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 cool the body and stop the development of livor mortis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To prevent blood imbibition of the neck tissues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Draining blood from the large vessels beforehand prevents imbibition of the neck soft tissues with blood. Otherwise, artifactual hemorrhages could be mistaken for vital hemorrhages. The other options are not the purpose of this procedure.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223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young athlete who died in water had dived deep. On the body there are no signs characteristic of drowning, the internal organs are healthy, but bilateral hemorrhage was found in the mastoid process of the temporal bone and the middle ear cavity. Which answer gives the correct mechanism?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Passage of water into the blood through the alveoli in true drowning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Reflex cardiac arrest after cold water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Traumatic effect of pressure change on the tympanic membrane during a rapid dive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Fracture of the skull base from striking an underwater object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Traumatic effect of pressure change on the tympanic membrane during a rapid dive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During a rapid deep dive, the pressure change acting on the tympanic membrane of the ear can have a traumatic effect. This causes bilateral hemorrhage in the middle ear and the mastoid process. The absence of signs of drowning rules out true drowning and the other assumptions.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233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