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4-kurs-davolash-10-q30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Forensic toxicology.</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posture does the patient's body take during a convulsive seizure in strychnine poisoning?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An arched posture (opisthotonus)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forward-bent posture with the knees drawn up to the abdomen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posture with the body stretched straight and the arms spread out to the sides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 posture with the head tilted toward the shoulder and the body turned to one side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An arched posture (opisthotonus)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Strychnine increases the reflex excitability of the spinal cord. For this reason, during a tonic convulsion the body arches in a bow shape while consciousness is preserved. The other options are not described as characteristic signs of this poisoning.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165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How long after intake is the maximum elimination of morphine from the body observed?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1–2 hours after intake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After 8–12 hours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After 24–36 hours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After 3–4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After 8–12 hours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Morphine is eliminated mainly through the kidneys and the gastrointestinal tract. The peak of elimination falls at 8–12 hours. About 90% of it leaves the body within the first 3–4 days, so "3–4 days" is not the time of maximum elimination but the overall elimination period.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168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ethylene glycol poisoning, which substance exerts the toxic (hepato- and nephrotoxic) effect on the liver and kidneys?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Formaldehyde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Acetaldehyde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Oxalic acid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Formic acid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Oxalic acid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intact ethylene glycol molecule has narcotic and neurovascular effects. It is oxidized to glycolaldehyde and then to oxalic acid, and it is this metabolite that damages the liver and kidneys. Formaldehyde and formic acid are metabolites of methyl alcohol, while acetaldehyde is a metabolite of ethyl alcohol.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162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botulism, what is the relationship between the duration of the latent (incubation) period and the severity of poisoning?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shorter the latent period, the milder the poisoning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longer the latent period, the more severe the poisoning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duration of the latent period does not affect the severity of poisoning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shorter the latent period, the more severe the poisoning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shorter the latent period, the more severe the poisoning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botulism, symptoms appear after a latent period ranging from several hours to one day, sometimes even longer. The shorter the period, the stronger the effect of the toxin and the more severe the disease. The other options are contrary to this rule or deny it.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174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tetraethyl lead poisoning, for how long at most can it and its metabolites persist in the internal organs on forensic chemical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Up to about 3 days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Up to about 3 weeks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Up to about 3 months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Up to about 3 years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Up to about 3 months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Tetraethyl lead circulates in the blood for only up to 72 hours, but it and its metabolites can persist in the internal organs for up to 3 months. For this reason, forensic chemical examination is of great importance for diagnosis. "3 days" is close to the circulation time in the blood, so it is the incorrect option.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163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If a blood sample taken for alcohol testing is stored at room temperature for more than 1 day, approximately how much ethanol can form in it?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Up to 0.1‰</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Up to 1‰</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Up to 3‰</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Up to 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Up to 1‰</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blood is stored for a long time, up to 1‰ of ethanol can form spontaneously in it, which may give a false positive result. For this reason, samples are kept in a refrigerator, and the skin is not disinfected with ethanol. 3‰ and 5‰ are much greater than the amount formed under such storage.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124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type of necrosis develops when alkalis, such as potassium or sodium hydroxide, act locally on tissues?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Coagulative (dry) necrosis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Gangrenous (dry) necrosis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Colliquative (liquefactive) necrosis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Caseous (whey-like) necrosis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Colliquative (liquefactive) necrosis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Alkalis liquefy and dissolve tissue proteins and saponify fats. For this reason, the affected area becomes soft, swollen and slippery. Coagulative (dry) necrosis, by contrast, is characteristic of acids.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143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carbon monoxide poisoning, at what blood carboxyhemoglobin concentration does death occur from paralysis of the respiratory center?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Above 60%</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Above 40%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Above 25–30%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Above 80%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Above 60%</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carboxyhemoglobin exceeds 60%, the respiratory center is paralyzed and death occurs. 25–30% is not the lethal threshold but the level at which the first signs of intoxication appear.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150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do nitrates form methemoglobin less strongly than nitrites?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Nitrates are insoluble in water and are hardly absorbed into the blood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Nitrates are converted into harmless compounds in the liver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Nitrates increase the osmotic resistance of erythrocytes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Nitrates form methemoglobin only after being converted to nitrite by the action of intestinal microflora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Nitrates form methemoglobin only after being converted to nitrite by the action of intestinal microflora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direct methemoglobin-forming poison is nitrite. Nitrate must first be converted to nitrite by intestinal bacteria, so its effect is weaker and slower.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152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main mechanism of action in poisoning with organophosphorus compounds?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Binding the iron in cytochrome oxidase and halting tissue respiration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Suppressing cholinesterase activity and causing acetylcholine to accumulate in tissues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Forming a stable compound with hemoglobin and impairing oxygen transport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Blocking M-cholinoreceptors and weakening the action of acetylcholine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Suppressing cholinesterase activity and causing acetylcholine to accumulate in tissues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Organophosphorus compounds are anticholinesterase substances: enzyme activity decreases, acetylcholine accumulates, and the cholinergic system becomes excited. The first option is characteristic of cyanides, the third of carbon monoxide, and the fourth of atropine.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155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which disease can the A.M. Rappoport test for detecting alcohol in exhaled air give a false-positive result?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Arterial hypertension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Acute pancreatitis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Iron deficiency anemia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Diabetes mellitus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Diabetes mellitus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test is sensitive and does not give false-negative results. However, false-positive results may occur in dental caries, chronic lung diseases, and diabetes mellitus. The other options are not indicated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159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minimum number of independent methods that must be used to reliably identify a substance detected in a chemical-toxicological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 least two methods based on different physical or chemical principles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Only one, the most sensitive physicochemical method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least three, chromatographic methods only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least four, both qualitative and quantitative methods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At least two methods based on different physical or chemical principles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Reliable identification requires at least two independent methods based on different principles. A conclusion cannot be based on the result of a single reaction or a single method.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43-44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cyanide anion (-CN) of cyanides binds to the iron in cytochrome oxidase, the cellular respiratory enzyme, and has caused tissue hypoxia. Which group of substances can be used as an antidote?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Substances that form carboxyhemoglobin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Substances that block cholinesterase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Substances that form methemoglobin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Substances that cause hemagglutination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Substances that form methemoglobin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Methemoglobin-forming substances detach cyanide anions from the cytochromes and restore tissue respiration. Carboxyhemoglobin-forming substances aggravate hypoxia, while cholinesterase blockers and hemagglutination-inducing substances are not cyanide antidotes.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154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acid poisoning, what type of necrosis do the free hydrogen ions of acids produce at the site of contact with tissues?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Colliquative (liquefactive) necrosis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Gangrenous (wet) necrosis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Fibrinoid necrosis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Coagulative (dry) necrosis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Coagulative (dry) necrosis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Hydrogen ions dehydrate tissues and coagulate proteins, resulting in dry (coagulative) necrosis and a dense brown-black eschar. Colliquative necrosis is characteristic of alkalis.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140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person chronically poisoned through flour made from grain treated with Granosan, which feature is more prominent, in contrast to poisoning with inorganic mercury compounds?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Neurotoxic effects and signs of toxic encephalopathy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Diphtheritic inflammation of the large intestine ("sulema dysentery")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Mandatory development of mercurial stomatitis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More severe kidney damage ("sulema kidney")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Neurotoxic effects and signs of toxic encephalopathy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organic mercury compounds the neurotoxic effect is stronger, with encephalopathy and, in severe cases, paralysis, convulsions, and coma. Intestinal and kidney damage are milder and stomatitis does not develop; the other options are characteristic of inorganic compounds (sulema).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146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corpse was found next to a car with its engine running in a closed garage. The carbon monoxide concentration in the air is presumed to have been above 1%, and death occurred within a few seconds. Carboxyhemoglobin was not detected in blood taken from a peripheral vein. From which site can it be found in the blood?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Blood from the femoral vein and the abdominal cavity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Left ventricle of the heart and the initial part of the aorta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Blood in the liver and kidney tissue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Blood in the venous sinuses of the brain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Left ventricle of the heart and the initial part of the aorta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fulminant form, death occurs from respiratory arrest very rapidly, and carboxyhemoglobin can be detected only in the blood of the left ventricle of the heart and the initial segments of the aorta. It may not be found in blood from other sites.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150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Blood and urine samples were taken simultaneously from a living person brought in on suspicion of alcohol intoxication. The ethanol concentration was 2.4 per mille in the blood and 1.6 per mille in the urine. Which phase and what conclusion does this result indicate?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Elimination phase, the drink was consumed long ago</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Alcohol was consumed repeatedly, because the blood level is high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Resorption (absorption) phase, the drink was consumed recently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alcohol is of endogenous origin, not taken from outside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Resorption (absorption) phase, the drink was consumed recently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resorption phase, the blood ethanol level is higher than the urine level and shows a rising trend. In the elimination phase, conversely, the urine level is higher. Repeated intake is characterized by a rise in the blood while the urine level is high, and endogenous alcohol does not exceed 0.3-0.4 per mille.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159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Chronic arsenic poisoning is suspected in a corpse. Besides the general organs submitted for "metal" poisons (stomach, liver, spleen, kidney, urine, intestines), which additional specimens are submitted?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Hair, nails, and flat bones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Flat bones only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Hair and flat bones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Brain and lungs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Hair, nails, and flat bones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chronic arsenic poisoning, hair, nails, and flat bones are collected. Flat bones alone are the additional specimen for lead, hair with flat bones for thallium, and brain and lungs for tetraethyl lead.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49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examination of a corpse, there were streaks around the mouth, the gastric mucosa was yellowish, and a suffocating odor characteristic of nitrogen oxides was noted from the internal organs. Poisoning with which acid is most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Concentrated sulfuric acid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Hydrochloric acid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Concentrated nitric acid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Acetic essence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Concentrated nitric acid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nitric acid, the mucosa turns yellow because of the xanthoproteic reaction with proteins, and nitrogen oxides give a characteristic suffocating odor. With sulfuric and hydrochloric acids the mucosa becomes brown-black or brown-gray, and acetic acid gives a sharp vinegar odor.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141-142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corpse, there is diphtheritic inflammation and ulcers with a dirty-gray base in the ascending colon, a dirty-gray border at the gum margin, and enlarged kidneys with a thickened cortex. Which poisoning is most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Poisoning with mercuric dichloride (sulema)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Poisoning with lead chloride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Gastrointestinal-type arsenic poisoning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Potassium permanganate poisoning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Poisoning with mercuric dichloride (sulema)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intestinal changes are called "sulema dysentery" and the enlarged kidney "sulema kidney"; the border in the mouth is characteristic of mercurial stomatitis. In lead poisoning, intestinal and kidney damage is milder and the nervous system is affected more. Arsenic causes serous-fibrinous-hemorrhagic inflammation, and potassium permanganate produces a brownish-red eschar.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146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man weighing 70 kg had 1.5 promille of ethyl alcohol detected in his blood 4 hours after drinking alcohol. Taking the Widmark constant as 0.15 and using the average value of the reduction factor for men, approximately how much 100-degree alcohol (in grams) was consumed according to the Widmark–Balyakin formula?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Approximately 71 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Approximately 81 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Approximately 120 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Approximately 100 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Approximately 100 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men the reduction factor is 0.68. The expression in parentheses: 1.5 + 0.15·4 = 2.1, so A = 70·0.68·2.1 ≈ 100 g. 71 g is obtained if the Widmark correction (pT) is not taken into account, and 81 g is obtained if the factor for women (0.55) is used.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160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poisoned with an unknown poison was brought to the intensive care unit. A rapid screening method gave a positive result for phenothiazine derivatives in the urine. Which conclusion is correct regarding the positive result of the preliminary test?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It can be concluded that the detected substance is the cause of the poisoning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substance should be included in the main examination plan and confirmed with other reactions and methods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Preliminary tests are meaningful only when negative; when positive, the examination should be stopped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Because the test is highly specific, no additional examination is necessary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The substance should be included in the main examination plan and confirmed with other reactions and methods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Preliminary tests are sensitive but not specific; they may also detect compounds at therapeutic doses or natural compounds. Therefore, a positive result is only grounds for including the substance in the main examination plan, and confirmatory methods are required. With a negative result, no further examination for that substance is carried out.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140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Blood, urine, and stomach and intestinal contents taken from a corpse with suspected nitrite poisoning are sent for toxicological examination. Which rule regarding the preservation of these samples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samples are not preserved with ethyl alcohol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samples are preserved with rectified spirit, and a control sample of the alcohol is also sent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samples are stored in 10% formalin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samples are sent only after being dried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samples are not preserved with ethyl alcohol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Objects examined for nitrites are not preserved with ethyl alcohol. Preservation with alcohol is used only when cardiac glycosides, phenothiazine derivatives, organophosphorus pesticides, alkaloids, and tricyclic antidepressants are suspected, and in that case a control sample of the alcohol is also sent. Formalin and drying are not provided for in this rule.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49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performing gastric lavage in a patient who drank sulfuric acid, the physician intended to use a sodium bicarbonate solution. Why is this incorrect?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Bicarbonate does not dilute the acid and helps it penetrate deeper into the tissue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In reaction with the acid, a large volume of carbon dioxide is released, distending the stomach wall and increasing pain and bleeding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Bicarbonate accelerates the absorption of the acid and deepens acidosis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Bicarbonate causes alkaline necrosis of the gastric mucosa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In reaction with the acid, a large volume of carbon dioxide is released, distending the stomach wall and increasing pain and bleeding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sodium bicarbonate interacts with an acid, a large amount of carbon dioxide is formed. It stretches the stomach wall, increases pain, and can lead to bleeding. The mechanisms in the other options are not given in the book and contradict the logic of acid neutralization.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84-85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child ate henbane fruit in a kindergarten yard. After 15 minutes his face became flushed, his mouth dry, his pupils dilated, and his pulse rapid, and then he began to become delirious. Which group of substances corresponds to this action?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Cholinomimetic substances such as pilocarpine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M-cholinolytic alkaloids such as atropine and scopolamine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Organophosphorus anticholinesterase compounds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Alpha-adrenoblockers such as clonidine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M-cholinolytic alkaloids such as atropine and scopolamine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Henbane contains M-cholinolytic alkaloids (atropine, scopolamine). They manifest with facial flushing, dry mouth, mydriasis, tachycardia, and acute psychosis. Pilocarpine and organophosphorus compounds constrict the pupils, while clonidine causes bradycardia and hypothermia.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166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the corpse of a young man, there are numerous small wounds and scars of different ages in the projection of the cubital veins. His relatives saw him in his last hours in a stupor with marked cyanosis and constricted pupils, after which coma developed. Poisoning from which group of substances is most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Cocaine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Amphetamines (ecstasy)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Cannabis preparations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Opiates (heroin, morphine)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Opiates (heroin, morphine)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opiate poisoning, cyanosis, pupillary constriction, stupor, and coma are observed, and death results from paralysis of the respiratory center. Repeated intravenous administration leaves wounds and scars along the veins. Cocaine and amphetamines dilate the pupils, and cannabis poisoning usually does not end in death.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168-169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poisoned with strychnine has developed attacks of tonic convulsions. The physician wants to perform gastric lavage with a tube. Why is this considered a contraindication?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Inserting the tube increases the frequency and severity of convulsions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Because strychnine is not absorbed in the stomach, lavage is of no benefit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lavage fluid converts strychnine into a more toxic metabolite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lavage fluid reacts with strychnine to form a gas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Inserting the tube increases the frequency and severity of convulsions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poisoning with convulsant poisons (strychnine and others), gastric lavage is not permissible, because irritation from the tube provokes new convulsions. The other options are not reasons given in the source. Gas formation is characteristic of the reaction between an acid and bicarbonate.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85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Forced diuresis is being performed in a patient poisoned with phenobarbital. Since barbiturates have the properties of a weak acid, how is the urine reaction altered and for what reason?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It is made acidic, because ionization increases in an acidic medium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It is kept neutral, because pH does not affect the excretion of the substance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It is made alkaline, because ionized molecules are excreted more in the urine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It is made alkaline, because non-ionized molecules are well reabsorbed in the kidney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It is made alkaline, because ionized molecules are excreted more in the urine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Weak acids dissociate well in alkaline urine, and the ionized form is excreted more in the urine. Therefore, the urine is alkalinized by administering sodium bicarbonate or lactate. An acidic medium, on the other hand, reduces the excretion of such substances.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Baizoldanov T. (Байзолданов Т.)., Токсикологическая химия: учебник, 85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patient, during the first hour a metallic taste and burning in the mouth, incessant vomiting, then cholera-like diarrhea, calf cramps, and dehydration developed; death occurred on the second day. At autopsy, the blood was thickened, and the intestinal mucosa showed serous-fibrinous-hemorrhagic inflammation. Which poisoning is most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Poisoning with lead salts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Poisoning with arsenic compounds (gastrointestinal form)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Poisoning with mercuric dichloride (corrosive sublimate)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Poisoning with thallium salts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Poisoning with arsenic compounds (gastrointestinal form)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Cholera-like diarrhea, incessant vomiting, calf cramps, blood thickening, and death in 1–2 days are characteristic of the gastrointestinal form of arsenic poisoning. In corrosive sublimate poisoning, damage to the kidneys and colon (oliguria, 'sublimate dysentery') is more significant, and in thallium poisoning, hair loss and polyneuropathy. Lead mainly damages the nervous system.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148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After family members ate mushrooms they had gathered, a cholera-like illness developed 6–24 hours later; three people died within 2–3 days from acute renal failure. At autopsy, numerous hemorrhages in the internal organs and fatty degeneration of the heart, liver, and kidneys were found. Which mushroom is most likely?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False morel (contains helvellic acid)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Fly agaric (contains muscarine)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Death cap (contains amanitotoxin)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Ergot fungus mixed into grain (ergotism)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Death cap (contains amanitotoxin)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amanitotoxin of the death cap is not destroyed by heat treatment or gastric juice. Symptoms appear after 6–24 hours with a cholera-like course, and death most often occurs in 2–3 days from renal failure. With the false morel, symptoms appear in 6–10 hours, with hemolysis and jaundice predominating. With the fly agaric, death is rare, and ergotism does not present as acute food poisoning.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175-176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toxicology. · Automatic translation — unreviewed</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6. Sud-tibbiy toksikologiya</a:t>
            </a:r>
          </a:p>
          <a:p>
            <a:pPr>
              <a:spcAft>
                <a:spcPts val="1200"/>
              </a:spcAft>
            </a:pPr>
            <a:r>
              <a:rPr sz="18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1-2-boblar: toksikologik kimyo asoslari, sud-tibbiy ekspertiza tashkil etilishi, s.8-52</a:t>
            </a:r>
          </a:p>
          <a:p>
            <a:pPr>
              <a:spcAft>
                <a:spcPts val="1200"/>
              </a:spcAft>
            </a:pPr>
            <a:r>
              <a:rPr sz="18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3-bob: zaharlanishlar tasnifi va toksikokinetika, s.53-119</a:t>
            </a:r>
          </a:p>
          <a:p>
            <a:pPr>
              <a:spcAft>
                <a:spcPts val="1200"/>
              </a:spcAft>
            </a:pPr>
            <a:r>
              <a:rPr sz="18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4-bob: kimyoviy-toksikologik tahlil metodologiyasi, s.120-151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