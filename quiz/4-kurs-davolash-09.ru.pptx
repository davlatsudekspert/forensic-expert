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Практическое занятие: Механическая асфиксия.</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Термин «асфиксия» происходит от греческого языка. Каков его первоначальный смысл?</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Отсутствие пульса (a – отрицание, sphygmos – пульс)</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Отсутствие дыхания (a – отрицание, pnoe – дыхание)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Снижение содержания кислорода в крови (a – отрицание, oxys – кислород)</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Потеря сознания (a – отрицание, noos – разум)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Отсутствие пульса (a – отрицание, sphygmos – пульс)</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Слово «асфиксия» образовано от греческих «a» (отрицание) и «sphygmos» (пульс) и в первоначальном смысле означает отсутствие пульса. Другие варианты похожи на последствия асфиксии, но не соответствуют этимологии термина.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104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дыхании в замкнутой, ограниченной среде содержание кислорода в воздухе уменьшается, а углекислого газа увеличивается. Какой вид экзогенной гипоксии развивается?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Гипоксическая гипоксия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Гиперкапническая гипоксия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Гипероксическая гипоксия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Цитотоксическая гипоксия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Гиперкапническая гипоксия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гиперкапнической гипоксии в воздухе ограниченной среды наряду со снижением кислорода повышается и содержание углекислого газа. При гипоксическом типе уменьшается только кислород, при гипероксическом концентрация кислорода избыточна, а цитотоксическая гипоксия относится к эндогенному типу.</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104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 называются мелкие (диаметром 2–3 мм) темно-красные кровоизлияния под висцеральной плеврой и эпикардом при механической асфиксии?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Пятна Рассказова–Лукомского–Пальтауфа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Пятна Вишневского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Пятна Тардье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Сабинского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Пятна Тардье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Мелкие кровоизлияния под висцеральной плеврой и эпикардом называются пятнами Тардье. Пятна Рассказова–Лукомского–Пальтауфа крупнее, с расплывчатыми краями и встречаются только под плеврой. Пятна Вишневского бывают на слизистой оболочке желудка, а признак Сабинского — это малокровная и сокращенная селезенка.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111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 называется признак поперечного разрыва интимы сонной артерии ниже проекции странгуляционной борозды при повешении?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Признак Мартина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Вальхера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Признак Симона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Амюсса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Признак Амюсса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Поперечный разрыв интимы сонной артерии — это признак Амюсса. При признаке Мартина кровь изливается в наружную оболочку артерии, при признаке Вальхера в нижнем конце грудино-ключично-сосцевидной мышцы отмечаются кровоизлияние и разрыв, при признаке Симона кровоизлияния возникают в межпозвоночных дисках шейного отдела.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116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Какое изменение в составе крови наблюдается при истинном утоплении в соленой (морской) воде?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Жидкая часть крови переходит в альвеолы, в результате развиваются гиповолемия и сгущение крови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Вода переходит из альвеол в кровь, наблюдаются гемодилюция и осмотический гемолиз</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Состав крови почти не меняется, лишь в левых камерах сердца она светлее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Вода переходит в кровь, и за счет гемолиза эритроцитов трупные пятна приобретают розовый оттенок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Жидкая часть крови переходит в альвеолы, в результате развиваются гиповолемия и сгущение крови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Поскольку осмотическое давление соленой воды выше, чем крови, вода в кровь не переходит, напротив, жидкая часть крови выходит в альвеолы. В результате кровь сгущается. Гемодилюция и гемолиз характерны для утопления в пресной воде.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123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 обычно располагаются кровоподтеки и ссадины от пальцев на шее пострадавшего при удушении двумя руками спереди?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На передней поверхности с каждой стороны по 2–4, на задней поверхности по одному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передней поверхности с обеих сторон по одному, на задней поверхности по 2–4</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Только на передней поверхности шеи равномерно, по 4–6</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Только на задней поверхности шеи, с двух сторон по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На передней поверхности с обеих сторон по одному, на задней поверхности по 2–4</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удушении спереди большие пальцы обеих рук оставляют на передней поверхности шеи по одному следу, а следы остальных пальцев располагаются на задней поверхности по 2–4. При удушении сзади расположение обратное.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118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асфиксии выдох становится сильнее и продолжительнее, грудная клетка уменьшается в объеме; артериальное давление повышается, венозное снижается, пульс учащается. Наблюдаются клонические судороги с выделением мочи и семени. Какая это стадия?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Стадия инспираторной одышки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Стадия кратковременной остановки дыхания (относительного покоя)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Стадия экспираторной одышки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Стадия терминального дыхания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Стадия экспираторной одышки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Преобладание выдоха, повышение артериального давления и выраженные клонические судороги характерны для стадии экспираторной одышки. В инспираторной стадии преобладает вдох, а пульс замедляется. В стадии остановки дыхания давление снижается, а в терминальной стадии наблюдаются редкие неритмичные дыхательные движения.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106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истинном (аспирационном) утоплении вокруг рта и носа, в дыхательных путях образуется стойкая мелкопузырчатая белая пена. Как называется этот признак?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Признак Крушевского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Фегерлунда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Признак Свешникова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Пальтауфа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Признак Крушевского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Стойкая мелкопузырчатая пена называется признаком Крушевского. Признак Фегерлунда указывает на воду в желудке, признак Свешникова — на жидкость в полости основания черепа, а признак Пальтауфа — на кровоизлияния в мышцах.</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122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Чем пятна Рассказова–Лукомского–Пальтауфа, обнаруживаемые под висцеральной плеврой при утоплении, отличаются от пятен Тардье?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Образуются только при утоплении в соленой воде и располагаются под эпикардом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Диаметром 2–3 мм, темно-красные, чаще встречаются на задней поверхности сердца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Появляются только при асфиктическом утоплении и имеют четко очерченные края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Крупнее, розовато-красные, с расплывчатыми краями; образуются в результате гемолиза под действием воды и под эпикардом не встречаются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Крупнее, розовато-красные, с расплывчатыми краями; образуются в результате гемолиза под действием воды и под эпикардом не встречаются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Эти пятна образуются в результате гемолиза пятен Тардье под действием воды в стадии терминального дыхания. Поэтому они крупнее, розовые и с расплывчатыми краями, под эпикардом не встречаются. При утоплении в соленой воде и при асфиктическом утоплении они не образуются. Остальные описания в вариантах относятся к пятнам Тардье.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122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 обычно оценивается в судебной медицине случай смерти человека при сексуальной (аутоэротической) асфиксии?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Убийство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Несчастный случай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Самоубийство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Естественная смерть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Несчастный случай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аутоасфиксиофилии человек сам вызывает асфиксию для сексуального возбуждения, а смерть наступает непреднамеренно, поэтому это считается несчастным случаем. Убийство и самоубийство предполагают умысел и участие другого лица. Смерть также не является естественной, так как наступила в результате асфиктического воздействия.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105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длительном сдавлении грудной клетки и живота ткань лёгких приобретает ярко-красный цвет и вздувается, так как в лёгких скапливается больше насыщенной кислородом крови. Как называется это изменение?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Пятна Тардье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Сабинского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«Карминовое вздутие» лёгких (признак Лакассаня)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Каспера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«Карминовое вздутие» лёгких (признак Лакассаня)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компрессионной асфиксии из-за слабого дыхания в лёгких застаивается насыщенная кислородом кровь, и лёгкие становятся ярко-красными и вздуваются; это называется «карминовым вздутием» (признак Лакассаня). Пятна Тардье — мелкие кровоизлияния под плеврой и эпикардом, признак Сабинского — уменьшенная (сморщенная) селезёнка, а признак Каспера — разница в цвете крови в камерах сердца.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129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трупа, находившегося в воде, кожа кистей и стоп отделяется вместе с ногтями в виде «перчаток смерти» и «носков смерти». Примерно через какое время это становится возможным?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Через несколько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Через 2–3 недели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Через 5–8 дней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Через 10–15 дней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Через 2–3 недели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Мацерация кожи развивается поэтапно: через несколько часов пальцы сморщиваются, к 5–8 дням поражается поверхность пяток. «Перчатки смерти» могут быть сняты через 2–3 недели. К 10–15 дням волосы становятся легко выдёргиваемыми.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127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Какова примерно доля повешения среди случаев смерти от механической асфиксии?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25–30%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45–50%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65–70%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80–85%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65–70%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Повешение — наиболее часто встречающийся вид механической асфиксии, составляющий примерно 65–70% случаев смерти от асфиксии. Остальные варианты как занижают, так и завышают эту долю.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111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Когда утопающий делает резкие движения, пытаясь сохранить себе жизнь, его мышцы напрягаются. В результате в мышцах шеи, груди и задней поверхности тела образуются кровоизлияния. Что это за признак?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Признак Пальтауфа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Моро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Признак Фегерлунда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Свешникова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Признак Пальтауфа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Такие кровоизлияния в мышцах называются признаком Пальтауфа. Признак Моро указывает на свободную жидкость в брюшной полости, признак Фегерлунда — на воду в желудке, а признак Свешникова — на жидкость в полости основания черепа.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123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Какой из следующих признаков связан с растяжением шеи и обычно не возникает при удавлении шеи петлёй?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Положительный результат пробы Бокариуса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Крушевского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Пятна Тардье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Вальхера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Признак Вальхера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Признак Вальхера, то есть кровоизлияние и разрыв в нижнем конце грудино-ключично-сосцевидной мышцы, связан с растяжением шеи. Этот признак характерен для повешения, а при удавлении петлёй не наблюдается. Пятна Тардье — общеасфиксический признак, признак Крушевского характерен для утопления, а проба Бокариуса показывает прижизненность борозды.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117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Из водоёма с температурой воды 18–20 °C извлечён труп. Кожа ладоней полностью побелела и сморщена, а на пятках таких изменений ещё нет. Сколько примерно времени труп находился в воде?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Несколько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Примерно 2–5 дней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Примерно 10–15 дней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Примерно 2–3 недели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Примерно 2–5 дней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Изменения на пальцах начинаются через несколько часов. Поверхность ладоней полностью поражается за 2–5 дней, а поверхность пяток — за 5–8 дней. Поэтому состояние, при котором пятки ещё не изменены, соответствует 2–5 дням. Через 2–3 недели кожа отделяется в виде перчатки.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127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коже шеи трупа внешних повреждений почти нет. При внутреннем исследовании в мягких тканях шеи обнаружены обширные кровоизлияния и переломы рожков подъязычной кости. Какому состоянию эта картина соответствует в наибольшей степени?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Типичное повешение в петле из мягкого материала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Позиционная асфиксия при согнутом положении головы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Удавление руками через мягкий предмет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Закрытие дыхательных отверстий мягким предметом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Удавление руками через мягкий предмет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удавлении руками внутренние повреждения выражены ярче наружных, рожки подъязычной кости ломаются. При удавлении через мягкий предмет наружных следов может быть мало или не быть совсем. При позиционной асфиксии подъязычная кость не повреждается, а при закрытии дыхательных отверстий таких повреждений на шее не бывает. Повреждение подъязычной кости для повешения нехарактерно.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118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трупа, извлечённого из пресной воды, кровь в левых камерах сердца светлее, чем в правых, эндокард левых камер красноватый, а в брюшной полости имеется около 100 мл свободной жидкости. Под висцеральной плеврой обнаружены розовато-красные кровоизлияния с расплывчатыми краями. Какому виду утопления соответствует эта картина?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Истинное (аспирационное) утопление в пресной воде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Истинное утопление в морской воде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Асфиктическое утопление в пресной воде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Внезапная (рефлекторная) смерть в воде</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Истинное (аспирационное) утопление в пресной воде</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При истинном утоплении в пресной воде вода через альвеолы проникает в кровь, кровь разжижается и подвергается гемолизу. Поэтому кровь левой половины сердца становится светлее, эндокард краснеет и образуются пятна Расказова–Лукомского–Пальтауфа. В морской воде кровь сгущается, и эти пятна не появляются. При асфиктическом утоплении вода не доходит до альвеол, а при внезапной смерти признаки асфиксии не успевают развиться.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122–123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Человек в бессознательном состоянии под действием алкоголя оказался в узком пространстве, и его голова долгое время находилась в согнутом вперёд положении. На шее трупа нет странгуляционной борозды, есть только складка, похожая на борозду. При внутреннем исследовании в проекции складки в мягких тканях шеи обнаружены беловатая полоса и отдельные кровоизлияния по её бокам. Подъязычная кость и хрящи гортани целы. Какое состояние наиболее вероятно?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Полное повешение в петле с атипичным узлом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Удавление шеи мягкой петлёй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Позиционная асфиксия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Удавление шеи двумя руками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Позиционная асфиксия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Длительное пребывание головы в согнутом положении приводит к позиционной асфиксии. При ней настоящей борозды нет, обнаруживаются только складка сгибания и беловатая полоса в её проекции. При удавлении петлёй или руками бывают наружная борозда или следы пальцев. При удавлении руками подъязычная кость и хрящи также могут быть сломаны.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119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шее трупа имеются две странгуляционные борозды: одна горизонтальная, идущая по окружности, другая направлена косо вверх. Между бороздами наблюдается кайма эпидермиса. Какая трактовка наиболее вероятна?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Пострадавший был сначала удавлен петлёй, а затем повешен в этой же петле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Пострадавший полностью повешен в двухвитковой петле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Пострадавший умер от позиционной асфиксии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Пострадавший умер при попытке удавить себя двумя руками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Пострадавший был сначала удавлен петлёй, а затем повешен в этой же петле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Наличие одной горизонтальной круговой и другой косо идущей вверх борозды указывает на то, что пострадавшего сначала удавили, а затем повесили. При повешении петля смещается, и между бороздами образуется кайма эпидермиса. Двухвитковая петля даёт параллельные друг другу борозды. При позиционной асфиксии и удавлении руками борозды от петли не бывает.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215-216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извлечённого из воды трупа лёгкие резко эмфизематозны, в состоянии гипераэрации и сухие, в желудке много воды. При подозрении на воздушную эмболию сердца проводится проба Сунсова. Какой желудочек прокалывается и почему?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Правый желудочек, потому что при механических повреждениях воздух скапливается именно здесь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Оба желудочка вместе, потому что воздух с кровью распространяется по всему сердцу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Правое предсердие, потому что воздух возвращается сюда по полым венам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Левый желудочек, потому что воздух, прошедший через повреждённые альвеолы, по лёгочным венам скапливается в левых камерах</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Левый желудочек, потому что воздух, прошедший через повреждённые альвеолы, по лёгочным венам скапливается в левых камерах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резкой эмфиземе, возникающей при асфиктическом утоплении, повреждаются межальвеолярные перегородки. Небольшое количество воздуха по лёгочным венам попадает в левые камеры сердца и скапливается там. Поэтому при пробе, в отличие от механических повреждений, прокалывается не правый, а левый желудочек. Остальные варианты неверно указывают путь воздуха.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123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спасённого от повешения после восстановления дыхания и сердечной деятельности повысились артериальное давление и мышечный тонус, усилились сухожильные рефлексы, появились тонические судороги и патологические рефлексы разгибательного типа, повысилась температура тела. Какая это стадия периода асфиктической комы?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Стадия арефлексии и атонии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Стадия децеребрационной ригидности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Стадия тонико-клонических судорог и гиперкинезов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Стадия сопора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Стадия децеребрационной ригидности</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Повышение мышечного тонуса и артериального давления после восстановления дыхания и сердечной деятельности, тонические судороги, а также разгибательные патологические рефлексы характерны для децеребрационной ригидности. При арефлексии и атонии тонус снижен, рефлексы не вызываются. На следующей стадии появляются тонико-клонические судороги и рефлексы сгибательного типа. Сопор же относится к периоду оглушённости, начинающемуся после окончания комы.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108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Рабочий, упавший в глубокий колодец, погиб. При исследовании трупа обнаружены только общие признаки быстро наступившей смерти. На дне колодца наблюдались процессы брожения и гниения. Какой вывод верен?</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Смерть наступила только от недостатка кислорода, остальные факторы не имеют значения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Выявляются специфические морфологические признаки, характерные для этого вида, и диагноз основывается на них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Помимо гипоксии и гиперкапнии, к наступлению смерти могли также способствовать токсические вещества, образовавшиеся при брожении и гниении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Смерть наступила от закрытия дыхательных путей инородным телом</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Помимо гипоксии и гиперкапнии, к наступлению смерти могли также способствовать токсические вещества, образовавшиеся при брожении и гниении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ограниченной, не полностью замкнутой среде (колодец, силосная яма) в генезе смерти наряду с гипоксией и гиперкапнией значение имеют и токсические вещества, образующиеся при брожении и гниении. Специфических морфологических изменений, характерных для этого вида асфиксии, не бывает, обнаруживаются лишь признаки быстрой смерти. Поскольку инородное тело не найдено, оснований для обтурации нет.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130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Лицо, выведенное из состояния асфиксии, наблюдается в больнице. Развитие какого из следующих изменений в первые часы считается неблагоприятным прогностическим признаком?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Отёк лёгких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Гиперестезия кожи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Игра зрачков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Гипергидроз</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Отёк лёгких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Развитие отёка лёгких в первые часы постасфиктического состояния является неблагоприятным прогностическим признаком. Гиперестезия кожи, гипергидроз и игра зрачков обусловлены нарушением вегетативной нервной системы и такой прогностической тяжести не имеют.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109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извлечённого из воды трупа подозревается асфиктическое утопление. В печени, почках и костном мозге диатомовый планктон не обнаружен, а в ткани лёгких диатомовые есть. Какой образец для исследования на планктон даёт наиболее достоверные сведения?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Жидкость из полости основной кости черепа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Только кусочки ткани лёгкого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Вода и пищевые массы из желудка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Свободная жидкость из брюшной полости</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Жидкость из полости основной кости черепа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асфиктическом утоплении вода из-за ларингоспазма не попадает в альвеолы, поэтому в паренхиматозных органах диатомовых может не быть. Вода через нос проходит в полость основной кости черепа, поэтому для исследования на планктон берут именно эту жидкость. Диатомовые в лёгких могут обнаруживаться и при попадании трупа в воду после наступления смерти, поэтому не являются диагностическим признаком.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125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Из водоёма с одинаковой температурой воды одновременно извлечены два обнажённых трупа: новорождённого и 60-летнего мужчины. Какой вывод о мацерации кожи (сморщивание, отслоение) верен?</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У новорождённого быстрее, потому что его кожа тонкая и нежная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У мужчины быстрее, потому что эпидермис толстый, кожа сухая и морщинистая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У обоих с одинаковой скоростью, потому что температура воды одинакова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У новорождённого быстрее, потому что на коже совсем нет защитного покрова</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У мужчины быстрее, потому что эпидермис толстый, кожа сухая и морщинистая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У взрослых эпидермис толще, кожа сухая и морщинистая, поэтому они более склонны к мацерации. У новорождённого мазевидный покров на поверхности кожи защищает от мацерации. Поэтому необходимо учитывать и возраст, одной температуры недостаточно.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128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Борт опрокинувшегося автомобиля сильно придавил грудь и живот, человек погиб за короткое время. На трупе экхимотическая маска и карминовый отёк лёгких почти не выражены, но имеются закрытые повреждения грудной клетки и брюшной полости. Какое объяснение наиболее верное?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Признаки асфиксии стёрлись, потому что сдавление было длительным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Лёгкие не пострадали, потому что сдавление охватило только живот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Признаки асфиксии минимальны, потому что сильное сдавление быстро нарушило дыхание и кровообращение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Венозный застой не развился, потому что давление действовало на головной мозг</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Признаки асфиксии минимальны, потому что сильное сдавление быстро нарушило дыхание и кровообращение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Сильное сдавление за короткое время останавливает дыхание и кровообращение, поэтому к моменту смерти признаки асфиксии минимальны, и часто одновременно обнаруживаются закрытые повреждения. Экхимотическая маска и карминовый отёк, напротив, ярко развиваются при неполном, длительном сдавлении.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218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Сравниваются два случая: A — кровотечение и аспирация крови при переломе основания черепа; B — аспирация рвотных масс у сильно опьяневшего человека. В каком из них следует ожидать большего химического повреждения слизистой бронхов и альвеол и почему?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случае A, потому что кровь свёртывается и механически закупоривает альвеолы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случае A, потому что кровь имеет кислую среду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обоих одинаково, потому что в обоих случаях аспирация жидкого вещества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В случае B, потому что рвотные массы имеют кислую среду и более агрессивны, чем кровь</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В случае B, потому что рвотные массы имеют кислую среду и более агрессивны, чем кровь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Кровь близка к нейтральной среде, а рвотные массы кислые, поэтому действуют на слизистую оболочку агрессивнее. В результате в бронхах и альвеолах развивается химическое повреждение. Сам факт аспирации жидкости не делает химический вред одинаковым в обоих случаях.</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120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трупа лица, погибшего от повешения, планируется исследование органов шеи. Перед извлечением комплекса внутренних органов вскрывается полость черепа, из аорты и верхней полой вены выпускается кровь. Какова основная цель этого порядка?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Лучше показать цвет странгуляционной борозды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Предотвратить пропитывание тканей шеи кровью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Выделить планктон для отличия от утопления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Охладить труп и остановить развитие трупных пятен</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Предотвратить пропитывание тканей шеи кровью</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Предварительное выпускание крови из крупных сосудов предотвращает пропитывание мягких тканей шеи кровью. Иначе искусственные кровоизлияния можно спутать с прижизненными. Остальные варианты не являются целью этого приёма.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223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Молодой спортсмен, погибший в воде, глубоко нырял. На трупе признаков, характерных для утопления, нет, внутренние органы здоровы, но в сосцевидном отростке височной кости и в полости среднего уха обнаружено двустороннее кровоизлияние. В каком ответе механизм указан верно?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Попадание воды в кровь через альвеолы при истинном утоплении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Рефлекторная остановка сердца после холодной воды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Травматическое воздействие изменения давления на барабанную перепонку при быстром погружении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Перелом основания черепа при ударе о подводный предмет</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Травматическое воздействие изменения давления на барабанную перепонку при быстром погружении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быстром глубоком погружении в воду изменение давления, действующее на барабанную перепонку уха, может оказывать травматическое действие. Поэтому в среднем ухе и сосцевидном отростке возникает двустороннее кровоизлияние. Отсутствие признаков утопления исключает истинное утопление и другие предположения.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233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Механическая асфиксия.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