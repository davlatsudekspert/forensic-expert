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4-kurs-davolash-05-q30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Injuries caused by firearms.</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Who was the first to describe, in 1849, the tissue defect (minus-tissue) that arises in the skin and soft tissues as a result of a gunshot wound?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 Vinogradov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 Pirogov</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L.M. Eydlin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V.L. Popov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N.I. Pirogov</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tissue defect was first described by N.I. Pirogov in 1849 in his report on a journey through the Caucasus, and he called it "the tissue losing its identity." Although the other names are associated with the forensic medicine of gunshot wounds, they did not discover this sign: Vinogradov is known for the soot phenomenon, and Popov for the classification of blast factors.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85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At the moment of hitting the target, the projectile had an energy of several tens of joules. What does the skin wound look like in this case?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wound with radially torn edges, several times larger than the projectile diameter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round wound with smooth edges, with a tissue defect, smaller than the projectile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contusion change consisting only of superficial abrasion and bruising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slit-like or stellate wound without a tissue defect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 slit-like or stellate wound without a tissue defect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an energy of several tens of joules, the projectile acts like a wedge: the tissue is not torn out, so a slit-like or stellate wound is formed. The first option is typical of the bursting effect (thousands of joules), and the second of the tearing-out effect (hundreds of joules). The fourth is observed when the energy is almost exhausted.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85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At what distance does the flame produced during firing exert a thermal effect?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a distance of 3-10 cm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a distance of 25-35 cm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a distance of 1-2 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a distance of 50-100 cm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At a distance of 3-10 cm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muzzle flame arises from the explosion of incompletely burned powder particles with oxygen and can burn clothing, skin and hair at a distance of 3-10 cm. The distances in the other options do not correspond to the range of action of the flame; 25-35 cm is a figure close to the length of the second zone.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86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fired at close range from a 7.62-caliber Kalashnikov assault rifle, what is the length of the first zone (the zone of action of powder gases)?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1 cm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25 cm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3 cm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200 cm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Up to 3 cm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length of the first zone depends on the weapon: about 1 cm for the Makarov pistol, up to 3 cm for the Kalashnikov assault rifle, and about 5 cm for rifled long guns. 200 cm is the limit of the third zone (only powder and metal particles).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88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oblique contact firing, how are the changes around the entrance hole arranged?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Skin tears and soot, powder, and metal particles are tongue-shaped only on the obtuse-angle side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Skin tears form a complete ring around the hole, while soot is inside the wound channel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distinct imprint in the form of an abrasion-bruise corresponding to the muzzle end cross-section is formed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There are no signs of additional factors at all; only the abrasion collar of the bullet is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Skin tears and soot, powder, and metal particles are tongue-shaped only on the obtuse-angle side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oblique contact firing, only part of the additional factors enters the wound channel; skin tears and particles are located in a tongue-shaped pattern only on the obtuse-angle side of the hole. The second and third options are typical of full contact firing (the stamp mark in fully hermetic contact firing), and the fourth corresponds to a non-close range.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87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Of the three zones distinguished in the wall of a gunshot wound, what is the width of the zone of tissue concussion?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0.3 cm to 1-2 cm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1-3 mm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about 1-2 mm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cm or more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4-5 cm or more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impact action theory, the wound channel, contusion, and concussion zones are distinguished in the wall of the wound. The concussion zone is the widest, at 4-5 cm or more. The range from 0.3 cm to 1-2 cm is the width of the contusion zone, and 1-3 mm is the width of the abrasion collar.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gunshot injury of a flat bone, what shape of defect is formed at the site of bullet entry?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cylindrical defect with vertical walls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truncated cone-shaped defect with the small base on the bullet entrance side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truncated cone-shaped defect with the large base on the bullet entrance side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star-shaped defect without radial cracks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 truncated cone-shaped defect with the small base on the bullet entrance side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flat bone, a truncated cone-shaped defect is formed on the entrance side, and the direction of the bullet is from the small base toward the large base. Therefore, the large base being on the entrance side is incorrect. Cylindrical and star-shaped forms are not typical of a flat bone defect.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92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Up to what distance can the wads in a shotgun cartridge exert a mechanical, and sometimes thermal, effect?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5 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15 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100 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40 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Up to 40 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Wads exert a mechanical, and sometimes thermal, effect at distances up to 40 m. The other options do not correspond to the distance given in the source. The shot pellets themselves fly hundreds of meters; do not confuse them with the wads.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93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fired from a distance of several centimeters with a blank (projectile-less) cartridge, what is usually found on the skin?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Small superficial skin tears and a circular abrasion covered with soot and powder particles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deep blind wound channel and rupture of internal organs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round perforating wound with inverted edges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cluster of small round wounds around a central hole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Small superficial skin tears and a circular abrasion covered with soot and powder particles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blank cartridge fired from a distance of several centimeters does not cause serious injury. Only superficial tears and an abrasion covered with soot and powder remain. A deep channel and rupture of internal organs are typical of contact firing. A perforating wound and a cluster of small wounds are typical of firing with a projectile or shot.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94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means is used to collect traces of gas weapon irritants from the skin surface of the victim?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Cotton moistened with distilled water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Gauze moistened with formalin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gauze swab moistened with ethyl alcohol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Dry filter paper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gauze swab moistened with ethyl alcohol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Washings from the skin surface are collected with a gauze swab moistened with ethyl alcohol. They are then placed in a plastic bag or hermetic container and sent to the laboratory. The other options are not specified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95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examination is used to detect the additional factors of a gunshot (soot, gunpowder and metal particles) on dark-colored clothing?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Infrared photography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Ultraviolet examination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Radiography with soft (Bucky) rays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Emission spectral analysis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Infrared photography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On dark-colored clothing, additional factors are detected by infrared photography. Ultraviolet light is intended for small amounts of soot and oil particles, and Bucky rays are intended for metal around the entrance hole. Emission spectral analysis determines the type of metal.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98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group of explosives does TNT (trotyl) belong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Primary (initiating) explosives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Secondary (brisant) explosives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Propellant explosives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Pyrotechnic compositions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Secondary (brisant) explosives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TNT belongs to the secondary (brisant) group: such substances are set off by the action of detonation and are used to make shells, grenades and mines. The primary group includes mercury fulminate and lead trinitroresorcinate. The propellant group includes gunpowder. Pyrotechnic compositions are mixtures of an oxidizer and a fuel.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99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Modern small-caliber military weapons use bullets whose center of gravity is shifted toward the base of the projectile. What change occurs when such a bullet enters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Its rotational motion increases, and it passes through the tissue forming a narrow wound channel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Its speed increases sharply, and it exits leaving almost no energy in the tissue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loses stability, its trajectory and time of action increase, and its energy is transferred to the tissue more fully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immediately fragments into small pieces and produces only a superficial contusion effect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It loses stability, its trajectory and time of action increase, and its energy is transferred to the tissue more fully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bullet with a shifted center of gravity loses stable flight in the body. As a result, its path and time of action lengthen and more energy is transferred to the tissues, producing a large wound channel, rupture of internal organs and bone fractures. The other options do not correspond to the effect of such a bullet.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found that the channel of a gunshot wound in a corpse is discontinuous (some tissues the channel passed through are contracted). What does this finding usually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vitality of the injury, i.e., that the wound was inflicted while the person was alive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That the wound was inflicted after death was recorded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the injury was inflicted by a contact shot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the bullet ricocheted off an obstacle before entering the body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vitality of the injury, i.e., that the wound was inflicted while the person was alive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discontinuous channel results from contraction of the tissues, which is a reaction characteristic of living tissue. Therefore, it indicates the vitality of the injury. Range or interaction with an obstacle is not related to the continuity of the channel.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substances belongs to the group of primary (initiating) explosives and is used in detonators to set off secondary explosives?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Ammonal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Black powder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TNT (trotyl)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Lead trinitroresorcinate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Lead trinitroresorcinate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Primary explosives are highly sensitive to various influences, so they are used in detonators and caps; they include mercury fulminate and lead trinitroresorcinate. Ammonal and TNT belong to the secondary (brisant) group, and black powder belongs to the propellant group.</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99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reconstructed fragments of a long tubular bone by gluing them together. On one side of the bone there is a round defect with radial cracks spreading around it, and on the opposite side there is a larger defect with cracks running lengthwise from it. What is the direction of the bullet?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entered on the side of the larger defect and exited on the side of the round defect with radial cracks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entered on the side of the round defect with radial cracks and exited on the side of the larger defect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Both defects are entrance holes, and the injury was inflicted by two bullets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a tubular bone, the entrance and exit sides cannot be distinguished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It entered on the side of the round defect with radial cracks and exited on the side of the larger defect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tubular bone, the entrance side has a round defect with radial cracks. On the exit side, the defect is larger, and the cracks extending from it run lengthwise. The direction of the bullet is determined by these signs; the other statements contradict this pattern.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92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expert analyzing the injuries of an explosion victim found no effect of detonation products. The injuries were caused by the environmental shock wave, fragments of the explosive device and secondary projectiles. Which explosion range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Relatively close range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Contact of the explosive device with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Close range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Non-close range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Relatively close range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relatively close range, detonation products do not reach the victim, and the damage is caused by the shock wave, device fragments and secondary projectiles. At contact and close range, detonation products also have an effect. At non-close range, there is no shock wave either, and the main factors are only fragments and secondary projectiles.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101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examination, the question of whether a gunshot wound was self-inflicted is being resolved. Taking into account the possibility of pulling the trigger, the firing distance and range, and the direction of the channel, which finding supports self-inflicted shooting?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Detection of soot and gunpowder particles around the exit hole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Complete absence of an abrasion collar at the entrance hole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Soot on the surfaces of the hand, in the nostrils and ear openings, and the victim's own blood traces on the muzzle end and palm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Absence of carboxyhemoglobin formation in the internal organs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Soot on the surfaces of the hand, in the nostrils and ear openings, and the victim's own blood traces on the muzzle end and palm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On the hands, in the nostrils and ear openings of a person who shot himself, soot traces may be found, and his own blood may be found on the muzzle end of the weapon and the palm. There are no additional factors around the exit hole. The abrasion collar is a usual sign of an entrance hole, and carboxyhemoglobin indicates the effect of powder gases; neither proves self-inflicted shooting.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97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perforating gunshot wound of the forearm, a cone-shaped tissue defect with its apex pointing outward was found around the exit hole. Under what circumstances can this defect form?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If powder gases reached the exit hole and destroyed the tissue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If the bullet deformed in the body and exited with its side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in a thin area of the body, the bullet retained high energy at the moment of exit and exerted a tearing effect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If the body was pressed tightly against a hard object in the exit area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If, in a thin area of the body, the bullet retained high energy at the moment of exit and exerted a tearing effect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defect is usually not characteristic of an exit hole. Only in thin areas such as the forearm or shoulder does the bullet exit without losing energy and, through a tearing effect, produce a cone-shaped defect with its apex pointing outward. Pressing against a hard object mainly produces an abrasion collar, and powder gases do not affect the exit area.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93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corpse has a single entrance wound, and no soot, gunpowder or metal particles were found around it or on the clothing. At the scene, a door that the bullet had perforated was identified. Which conclusion of the expert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absence of traces of additional factors does not exclude a shot from close range, since they may have remained on the obstacle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absence of additional factors reliably proves that the shot was fired only from a non-close range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Such a picture is observed only in a fully tight contact shot, so the shot was a contact shot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Such a finding indicates that the injury was inflicted not by a firearm but by a sharp object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 absence of traces of additional factors does not exclude a shot from close range, since they may have remained on the obstacle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there is an obstacle between the bullet and the weapon's muzzle, soot, gunpowder and other additional factors remain on the obstacle, while the bullet perforates it and hits the target. Therefore, the absence of these factors does not allow an unambiguous conclusion about the distance. In a contact shot, on the contrary, the factors are found in the wound channel.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188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blank cartridge (without a projectile) was fired in contact with the neck, with the barrel directed at the base of the skull. Which change can be expected in the victim?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stellate exit wound on the back of the neck and a projectile that has exited through it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blind wound track 40-50 cm long containing plastic fragments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Only a superficial ring-shaped abrasion at the entrance site, covered with soot and gunpowder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Hemorrhages in the brain and under its membranes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Hemorrhages in the brain and under its membranes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blank cartridge contains no bullet; in a contact shot the injury is produced by the pressure of the powder gases. When the barrel is directed at the base of the skull, the gases cause hemorrhages in the brain and under its membranes. There is no exit wound, and a superficial abrasion occurs only when firing from a distance of a few centimeters.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94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found multiple closely spaced entrance wounds on one side of a corpse. The shape and size of the wounds, the direction of the wound tracks, and the firing distance do not differ from one another. From what type of weapon were the injuries most likely inflicted?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smooth-bore double-barreled hunting shotgun with a shot cartridge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 automatic firearm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pneumatic weapon operating on compressed air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single-shot short-barreled pistol, in a single discharge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An automatic firearm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Automatic weapons can fire up to 900 rounds per minute. For this reason, numerous closely spaced injuries of identical appearance are produced on one side of the body. A shot cartridge usually produces one main hole with small wounds around it, while a pneumatic weapon does not inflict injuries of such density.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97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contact gunshot wound was found in the victim: the skin shows signs of contusion characteristic of a compressed-air jet, there is no soot or gunpowder around the entrance, and the wound track is blind. From what weapon was the injury most likely inflicted?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starter pistol operating by means of powder gases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cartridge of a barreled gas weapon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pneumatic weapon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homemade atypical weapon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pneumatic weapon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pneumatic weapon the projectile is propelled by compressed air, so there are no traces of additional factors, and in a contact shot the air jet produces a sign of contusion. Such weapons do not inflict through-and-through wounds; the wound tracks are blind. Soot and gunpowder traces are expected with weapons that use gunpowder.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96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It was found that the unburnt gunpowder particles around the entrance wound are needle-shaped. What type of weapon might this indicate the injury was inflicted from?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revolver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rifle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submachine gun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homemade sawed-off rifle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revolver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unburnt gunpowder particles are triangular, this indicates firing from a rifle; if they are needle-shaped, it indicates firing from a revolver. The other options provide no basis for such a conclusion based on particle shape.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201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entrance wounds and two exit wounds were found on a corpse with injuries to thin parts of the body (forearm and chest). It was established that only one bullet was fired at the scene. How is this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second pair of wounds was produced by fragments of the forearm bone acting as secondary projectiles, while the bullet entered only the chest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single bullet first passed through the forearm and then the chest, producing an entrance and an exit wound in both areas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bullet struck a bone and split in two, and two exit wounds appeared from one entrance wound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Two bullets entered one after another through the same point, and therefore the number of wounds doubled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A single bullet first passed through the forearm and then the chest, producing an entrance and an exit wound in both areas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thin parts of the body (forearm, chest), a single bullet can pass consecutively through two areas and leave two pairs of wounds. If the bullet split or two bullets entered through the same point, the number of entrance wounds would not be two. If it is certain that only one bullet was fired, the two-bullet option also does not fit.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During surgery, a physician found a bullet in a blind gunshot wound and must later hand it over for forensic examination. Which method of removing the bullet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Gripping the bullet firmly with metal forceps and pulling it out quickly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Holding the bullet with a clamp and wiping its surface clean with gauze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After removal, washing the bullet in an antiseptic solution to get rid of soot traces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Removing the bullet with the fingers so as not to scratch its surface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Removing the bullet with the fingers so as not to scratch its surface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 bullet passes through the barrel bore, invisible marks remain on its surface, by which the barrel it was fired from can be determined. Gripping with a metal instrument, wiping, or washing may destroy these marks and make identification impossible. Therefore, removing the bullet with the fingers is recommended.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181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elongated, groove-like grazing (tangential) wound was found on the skin of a corpse. At one end there is a curved, crescent-shaped abraded margin and a bullet wipe (contamination ring); the other end is sharper, less abraded, and has a narrower laceration. In which direction did the bullet travel?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the abraded and contaminated end toward the sharp end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the sharp end toward the abraded and contaminated end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From the middle of the wound toward both ends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direction cannot be determined, because in a grazing wound there is no difference between entrance and exit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From the abraded and contaminated end toward the sharp end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grazing wound, the entrance side of the bullet has a curved, abraded margin, and a bullet wipe is found there. The exit side is sharper, less abraded, and sometimes has a narrower laceration. Therefore, the bullet traveled from the abraded end toward the sharp end.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181-182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entrance wounds inflicted by identical bullets are being examined: one on the forehead (bone close beneath the skin), the other on the abdomen. In which one is the abrasion collar expected to be wider?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 the forehead, because where bone is close, the bullet rubs the skin more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Equal in both, because the width of the collar depends only on the bullet diameter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On the abdomen, because in soft areas the collar is wider than in areas where bone is close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collar is present only at the exit wound; no abrasion collar forms at the entrance wound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On the abdomen, because in soft areas the collar is wider than in areas where bone is close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entry, the side of the bullet rubs against the skin and forms an abrasion collar 1-3 mm wide. In soft areas such as the abdomen and buttock, because the skin indents more deeply, the collar is wider than in areas where bone is close. The collar is often absent at the exit wound.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91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Only gunpowder and metal particles of the shot (the third zone) were found around the entrance wound at a distance of 180 cm. For which weapon does the third zone not reach such a distance, i.e., which weapon could not have fired it?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Makarov pistol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Kalashnikov assault rifle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Rifled-barrel rifle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Smooth-bore hunting shotgun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Makarov pistol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third zone extends up to 150 cm for the Makarov pistol, up to 200 cm for the Kalashnikov assault rifle, up to 250 cm for rifled-barrel rifles, and up to 500 cm for smooth-bore hunting shotguns. 180 cm exceeds the limit for the Makarov, while it is possible for the other three weapons.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88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expert examined a cartridge for a 6 mm caliber barreled gas weapon and found that it contains no gunpowder. By what energy are the irritant substances dispersed in such a cartridge?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By the expansion energy of powder gases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By the energy of compressed air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By the mechanical force of a spring inside the barrel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By the energy produced from the combustion of the substances in the primer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By the energy produced from the combustion of the substances in the primer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cartridge of gas weapons of 6 mm caliber contains no gunpowder. Irritants are dispersed by the energy released when the substances in the primer burn. The gunpowder or compressed-air options do not fit this cartridge, because there is no gunpowder, and compressed air is characteristic of a pneumatic weapon.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95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Injuries caused by firearms.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4. O'q otar qurollardan jarohatlar</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O‘tkir qurollar va o‘q otar jarohatlar; bet 230-290</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IV bo‘lim (10-13-boblar). O‘tkir qurollar, o‘q otar va portlash travmasi; bet 92-117</a:t>
            </a:r>
          </a:p>
          <a:p>
            <a:pPr>
              <a:spcAft>
                <a:spcPts val="1200"/>
              </a:spcAft>
            </a:pPr>
            <a:r>
              <a:rPr sz="1800">
                <a:solidFill>
                  <a:srgbClr val="1F2937"/>
                </a:solidFill>
                <a:latin typeface="Calibri"/>
              </a:rPr>
              <a:t>▸  Iskandarov A.I., Qo‘ldoshev D.R. Sud tibbiyoti (tibbiyot instituti talabalari uchun), Toshkent (egasi taqdim etgan; yopiq foydalanish). . IX-X-boblar. O‘tkir vositalar va o‘q otar qurollar; bet 149-201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