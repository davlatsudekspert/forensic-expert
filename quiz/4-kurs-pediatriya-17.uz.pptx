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4-kurs-pediatriya-17-q30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mashgʻulot: Ashyoviy dalillar sud tibbiy ekspertizasi. O’zb. Res. SSVning 2026-yil 15 apreldagi 130-son buyrug‘i.</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Hodisa joyida topilgan sigaret qoldig‘ida so‘lak borligini aniqlash qaysi fermentni topishga asoslanadi?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Peroksidaza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Katalaza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Amilaza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Xolinesteraza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Amilaza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So‘lakning borligi undagi amilaza fermentini aniqlash orqali isbotlanadi. Peroksidaza va katalaza qon uchun taxminiy sinamalarga, xolinesteraza esa qonning ferment guruhiy tizimlariga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311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Siydik dog‘ining tur mansubligi odatda nima uchun aniqlanmaydi?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Siydikda tur uchun spetsifik oqsillar bo‘lmaydi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Siydikda guruhiy antigenlar umuman bo‘lmaydi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Siydik dog‘lari ultrabinafsha nurda nurlanish bermaydi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Siydikdagi kreatinin tez parchalanib ketadi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Siydikda tur uchun spetsifik oqsillar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Tur mansublikni spetsifik zardoblar bilan aniqlash uchun tur uchun xos oqsil kerak, siydikda esa bunday oqsillar yo‘q. Guruhiy mansublik esa AVO tizimi bo‘yicha aniqlanishi mumkin, kreatinin esa siydik borligini aniqlash uchun ishlatiladi.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312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Sud-gistologik tekshiruvdan so‘ng gistologik preparatlar va to‘qima bo‘lakchalari quyilgan bloklar kamida qancha muddat saqlanadi?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 yil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 yil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 yil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 yil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3 yil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Preparatlar va bloklar kamida 3 yil saqlanadi. 2 yil muddat esa murda a’zo va to‘qimalarining birlamchi (formalinli) arxiviga tegishli, shuning uchun u chalg‘ituvchi variant.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317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Sud-kimyo laboratoriyasiga faqat etil spirtini aniqlash uchun yuborilgan qon va siydik namunalari konservatsiyasiz sovutkichda qancha saqlanadi?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 yil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 kun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oy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 yil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30 kun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Faqat etil spirtini aniqlash uchun olingan qon va siydik namunalari konservatsiyasiz sovutkichda 30 kun saqlanadi. Boshqa biologik ob’ektlar esa etil spirti bilan konservatsiyalanib, sovutkichda bir yilgacha arxivda turadi.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320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Sochning muayyan shaxsga tegishliligini aniqlash uchun boshning besh sohasidan namuna olinganda, har bir sohadan nechta soch tolasidan iborat tutam kesib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5–10 tola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10–15 tola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20–30 tola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40–50 tola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20–30 tola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Peshona, tepa, ikki chekka va ensa qismlaridan 20–30 tolalik tutamlar imkon qadar teriga yaqin kesib olinadi va alohida qog‘ozlarga o‘raladi. Boshqa sonlar kitobda keltirilgan miqdorga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313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Gumondordan olinadigan suyuq qon namunasi ekspertizaga yuborish uchun qanday tayyorlanadi?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3 ml, konservantsiz, toza probirkada, toza tiqin bilan yopiladi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Kamida 3 ml, konservant qo‘shilgan, paxta tampon bilan yopiladi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 ml atrofida, antikoagulyant qo‘shilgan, doka bilan yopiladi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3 ml, konservantsiz, muzlatkichda -20 °C da muzlatiladi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Kamida 3 ml, konservantsiz, toza probirkada, toza tiqin bilan yopiladi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kamida 3 ml miqdorda, hech qanday konservantsiz toza probirka yoki flakonga olinib, toza tiqin bilan yopiladi, doka yoki paxta tampon ishlatilmaydi. Agar darrov yuborib bo‘lmasa, suyuq qon +4…+8 °C da saqlanadi, muzlatilmaydi.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195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Qon dog‘idan yuvma olishda yangi doka yoki bint bo‘laklaridan foydalanish nima sababdan tavsiya etilmaydi?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Yangi doka qon dog‘ini yetarli darajada namlay 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Yangi doka quriganda qon oqsillarini mexanik buzib yuboradi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Tarkibidagi appreturalar serologik reaksiyalarga salbiy ta’sir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Yangi doka kontrol namuna sifatida butunlay yaroqsiz bo‘ladi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Tarkibidagi appreturalar serologik reaksiyalarga salbiy ta’sir qiladi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Yangi doka va bint kimyoviy ishlov natijasida appreturalar saqlaydi, bu moddalar keyingi serologik reaksiyalarni buzishi mumkin. Boshqa variantlar darslikda ko‘rsatilgan sabab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304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Qorda qon izlari topilganda, ekspertiza uchun namuna qaysi tartibda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Qor isitkich yonida tez eritilib, suyuqlik probirkaga quyiladi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Qor ustiga filtr qog‘ozi bosilib, nam qog‘oz quritiladi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Qor muzlatgichda qotirilib, muz holida laboratoriyaga yuboriladi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Qor qoshiq bilan shisha idishga olinib, xona sharoitida eritiladi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Qor qoshiq bilan shisha idishga olinib, xona sharoitida eritiladi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Qorni shisha idishga solib xona sharoitida eritish kerak, so‘ng hosil bo‘lgan suyuqlikdan doka bo‘lagiga namuna olinadi. Kontrol uchun toza qordan ham xuddi shunday namuna tayyorlanadi. Isitish yoki muzlatish bu tartibga kirmaydi.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305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Teyxman va Takayama mikrokristallik sinamalari nima uchun amaliy diagnostik ahamiyatga ega emas deb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Ular faqat hayvon qonida gemoglobin kristallari hosil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Ularning sezgirligi past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Ularda qon hujayralarining ko‘rinishi qisqa vaqtda o‘zgarib ketadi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Ular qonning faqat guruhiy mansubligini ko‘rsatadi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Ularning sezgirligi past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Mikrokristallik usullar gemoglobin hosilalari kristallarini aniqlaydi, lekin sezgirligi pastligi sababli amaliyotda qo‘llanilmaydi. Qon hujayralarining tez o‘zgarishi esa mikroskopik usulning cheklovidir. Mikrokristallik usullar qon borligini aniqlashga xizmat qiladi, guruhiy mansublikka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306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Qon izlarining vujudga kelish muddatini aniqlash nima uchun faqat taxminiy tarzda amalga oshirilishi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Izlardagi o‘zgarishlar muddatdan tashqari atrof-muhit sharoiti va dog‘ saqlovchi predmet xususiyatlariga ham bog‘liq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 dog‘ida gemoglobin vaqt o‘tishi bilan umuman o‘zgarmaydi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 fermentlarining aktivligi muddatga bog‘liq bo‘lmagan holda doimiy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 izlari laboratoriyada faqat DNK tekshiruvi bilan baholanadi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Izlardagi o‘zgarishlar muddatdan tashqari atrof-muhit sharoiti va dog‘ saqlovchi predmet xususiyatlariga ham bog‘liq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Muddatni baholash gemoglobin o‘zgarishi va fermentlar aktivligining pasayishiga tayanadi. Biroq bu o‘zgarishlarga harorat, namlik, shamol va predmet xususiyatlari ham ta’sir qiladi, shuning uchun natija aniq emas. Boshqa variantlar manbadagi ma’lumotga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308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Kiyim-bosh yoki yotoq anjomlaridagi dog‘da ter borligi qaysi moddani aniqlash orqali hal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Serin aminokislotasini topish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Amilaza fermentini topish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Kreatinin va mochevinani topish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Xolin, spermin va nordon fosfatazani topish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Serin aminokislotasini topish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Ter tarkibida serin aminokislotasi ko‘p bo‘ladi, shu sababli dog‘da ter borligi shu modda orqali aniqlanadi. Amilaza so‘lak, kreatinin va mochevina siydik, xolin bilan spermin esa maniy izlari uchun xarakterli.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312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Mikroskopda tekshirilgan sochning ildiz qismida ilmoqsimon piyozcha va uning ustida qin xaltasi qoldiqlari aniqlandi. Bu soch haqida qanday xulosa qilinadi?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Soch o‘zi tushgan, chunki ildiz qismi kolbasimon shaklda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Soch yuqori harorat ta’sirida buralgan va ko‘mirlangan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Soch yulib olingan, chunki ildizida piyozcha va qin xaltasi saqlangan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Soch bo‘yalgan, chunki bo‘yoq ildiz qismida to‘plangan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Soch yulib olingan, chunki ildizida piyozcha va qin xaltasi saqlangan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Yulib olingan sochning ildizida ilmoqsimon piyozcha va uning ustida qin xaltasi qoldiqlari qoladi. O‘zi to‘kilgan sochning ildizi ovalsimon yoki kolbasimon bo‘lib, qin xaltasi bo‘lmaydi. Bo‘yalgan sochda bo‘yoq kutikulada bo‘ladi, ildizda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315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Sud-tibbiy ekspertiza muassasasining tibbiy-kriminalistika bo‘limida ballistik tekshiruvlar qaysi holatlarda o‘tkaziladi?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Pichoq bilan etkazilgan kesilgan jarohatlar va transport travmasi holatlarida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Termik kuyish va elektr shikastlari holatlarida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O‘qotar jarohatlar va portlash travmasi holatlarida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Shaxsi noma’lum murdaning suyak qoldiqlari topilgan holatlarda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O‘qotar jarohatlar va portlash travmasi holatlarida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Ballistik tekshiruv o‘qotar quroldan yetkazilgan jarohatlar va portlash travmasiga tegishli. Kesilgan jarohat va transport travmasi asosan trassologik tekshiruv sohasi, suyak qoldiqlari esa identifikatsion tekshiruv sohasidir. Kuyish va elektr shikastlari ballistik tekshiruv ob’ekti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317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Tibbiy-kriminalistikadagi situatsion (vaziyatli) tekshiruvlarda asosan qaysi masala o‘rganiladi?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Taxmin etilayotgan shart-sharoitda muayyan harakatni sodir etish imkoniyati bor-yo‘qligi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Shaxsi noma’lum murdaning muayyan shaxsga tegishli ekanligi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O‘qotar quroldan otilgan snaryadning turi va xususiyatlari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Kiyim-boshdagi kichik o‘lchamli mikrozarralarning mavjudligi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Taxmin etilayotgan shart-sharoitda muayyan harakatni sodir etish imkoniyati bor-yo‘qligi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Situatsion tekshiruv voqeaning taxmin qilingan sharoitida ma’lum harakat yoki jarohat hosil bo‘lishi mumkinmi, degan savolga javob beradi. Murda aynanligi identifikatsion, snaryad turi ballistik, mikrozarralar esa mikrologik tekshiruv vazifasidir.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319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Sud-kimyoviy toksikologik tekshiruvlarda dori yoki zaharli moddani aniqlashda qanday yondashuv tavsiya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bitta, eng sezgir instrumental usulning o‘zi yetarli deb hisoblanadi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Imkon qadar turli fizik va kimyoviy prinsiplarga asoslangan kamida ikkita usul qo‘llanadi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rangli reaksiyalar bilan cheklanib, natija taxminiy deb qabul qilinadi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gaz-suyuqlik xromatografiyasi qo‘llanib, boshqa usullar kerak bo‘lmaydi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Imkon qadar turli fizik va kimyoviy prinsiplarga asoslangan kamida ikkita usul qo‘llanadi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Natijaning ishonchliligi uchun kamida ikkita usul, ular bir-birini tasdiqlashi uchun turli prinsiplarga asoslangan bo‘lishi tavsiya etiladi. Rangli reaksiyalar faqat dastlabki usul hisoblanadi. Bitta usulning o‘zi, eng sezgir bo‘lsa ham, yetarli deb sanalmaydi.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320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Qotillik ishida gumondorning qurolida jabrlanuvchi to‘qimasining mayda zarralari, jabrlanuvchi kiyimida esa qurol materialining zarralari topildi. Tergovchi shu zarralarning o‘zaro o‘tganligini aniqlashni so‘radi. Qaysi tekshiruv o‘tkaziladi?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Trassologik tekshiruv, chunki u jarohat shakli bo‘yicha shikastlovchi omilni aniqlaydi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Identifikatsion tekshiruv, chunki u noma’lum murdaning shaxsini aniqlaydi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Situatsion tekshiruv, chunki u voqeani qayta tiklash imkoniyatini baholaydi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Mikrologik tekshiruv, chunki u mikroizlar va mikrozarralarning o‘tishini o‘rganadi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Mikrologik tekshiruv, chunki u mikroizlar va mikrozarralarning o‘tishini o‘rganadi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Mikrologik tekshiruvda qurol va jabrlanuvchi tanasi yoki kiyimi o‘rtasida moddalar hamda mikroob’ektlarning o‘tishi yoki uning aksi aniqlanadi. Trassologik tekshiruv jarohat va izlar bo‘yicha shikastlovchi omilga qaratilgan. Identifikatsion tekshiruv murda shaxsini, situatsion tekshiruv esa harakat imkoniyatini o‘rganadi.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318-319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ekspertizasi o‘tkazilmoqda, ichki a’zolar ancha chirigan. Yordamchi ekspert chirish sababli gistologik tekshiruv uchun material olishni lozim emas deb hisoblaydi. Amaldagi qoidalarga ko‘ra qaysi fikr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Chirigan a’zolardan material olinmaydi, uning o‘rniga diatom tekshiruvi o‘tkaziladi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Material baribir olinadi, chunki chirish gistologik tekshiruvni rad etishga asos bo‘lmaydi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Material faqat tergovchi alohida so‘rasa olinadi, boshqa holatda talab qilinmaydi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Material olinadi, ammo chirigan bo‘lsa tekshiruvsiz yo‘q qilinadi va arxivga qo‘yilmaydi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Material baribir olinadi, chunki chirish gistologik tekshiruvni rad etishga asos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Murda ekspertizasi o‘tkazilgan barcha holatlarda gistologik material olinishi kerak, chirish va boshqa o‘limdan keyingi o‘zgarishlar tekshiruvni rad etish uchun asos emas. Tekshiruv o‘tkazilmasa, material birlamchi arxiv sifatida saqlanadi. Diatom tekshiruvi esa boshqa masalani hal qiladi va gistologik tekshiruv o‘rnini bosmaydi.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316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Hodisa joyidan olingan qon dog‘lari uchun ekspert quruq qoldiq miqdorini aniqladi: u jami 105 g. Bir litr suyuq qondan o‘rtacha 210 g quruq qoldiq qolishini hisobga olsak, tashqariga quyilgan qon miqdori taxminan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0,5 litr atrofida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0,25 litr atrofida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 litr atrofida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 litr atrofida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0,5 litr atrofida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miqdori quruq qoldiqni 1 litrga to‘g‘ri keladigan qoldiqqa bo‘lish bilan topiladi: 105 g / 210 g/l = 0,5 litr. Boshqa variantlar nisbatni noto‘g‘ri qo‘llash natijasidir.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308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Hodisa joyida devorda qonli kaft izi topildi. Izning shakli va o‘lchamlari devorga tekkan kaft yuzasiga to‘liq mos keladi, sirpanish alomatlari yo‘q. Bu iz qaysi turga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 ko‘lmagi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Surtma ko‘rinishidagi iz</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Bosma iz</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Oqma shaklidagi iz</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Bosma iz</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bilan ifloslangan yuza boshqa yuza bilan sirpanmasdan tekkanda bosma iz qoladi, uning shakli va o‘lchamlari ta’sir etgan yuzaga mos bo‘ladi. Surtma iz sirpanishdan hosil bo‘ladi, oqma qonning qiya yuza bo‘ylab oqishidan, ko‘lmak esa ko‘p qon yo‘qotilganda vujudga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304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Gumon qilinayotgan qon dog‘i juda kichik, undagi agglyutinogenlar esa kuchsiz ifodalangan. Guruhiy xususiyatni aniqlash uchun qaysi reaksiya tavsiya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Absorbsiya-elyusiya reaksiyasi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Shiff usuli bo‘yicha sentrifugalab ajratish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Qoplama oyna (Lyates) usuli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Chistovich–Ulengut pretsipitatsiya reaksiyasi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Absorbsiya-elyusiya reaksiyasi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Dog‘ kam bo‘lganda va antigenlar kuchsiz bo‘lganda absorbsiya-elyusiya eng sezgir usul sifatida tavsiya etiladi. Shiff usuli suyuq qon uchun, Lyates usuli dog‘dagi agglyutininlar uchun, pretsipitatsiya reaksiyasi esa guruhni emas, tur mansubligini aniqlash uchun qo‘llanadi.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307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Ayolga tegishli qon dog‘ida homiladorlik fermenti oksitotsinaza topildi. Ekspert homiladorlik haqida qanday xulosa chiqarishi to‘g‘ri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Ferment faqat homiladorlikning birinchi oyida paydo bo‘lgani uchun muddatni aniq belgilaydi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Ferment dog‘da o‘n yildan ko‘p saqlangani uchun dog‘ davri haqida xulosa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Ferment topilishi ayolning yaqinda tuqqanini aniq isbotlaydi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Ferment tug‘ruqdan keyin dog‘da 2-3 oy saqlanishi mumkin, shu sabab homiladorlikni qat’iy aniqlab bo‘lmaydi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Ferment tug‘ruqdan keyin dog‘da 2-3 oy saqlanishi mumkin, shu sabab homiladorlikni qat’iy aniqlab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Oksitotsinaza homiladorlikda qonda paydo bo‘ladi, lekin tug‘ruqdan keyin ham qon dog‘ida bir necha oy saqlanadi. Shuning uchun qon dog‘i bo‘yicha homiladorlik mavjudligi qat’iy aniqlanmaydi. Boshqa variantlar fermentning saqlanish xususiyatini noto‘g‘ri talqin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308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Mikroskopda tekshirilgan sochning uzilgan uchi zinasimon yuza hosil qilgan. Soch qanday ta’sirdan uzilgan?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Keskin, tez harakat bilan uzilgan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Sekinroq harakat bilan uzilgan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O‘tkir jism bilan kesilgan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O‘tmas jism ta’sirida ezilgan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Sekinroq harakat bilan uzilgan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Sekinroq harakat bilan uzilganda soch uchida zinasimon yuza qoladi, keskin uzilganda esa yuza tekis bo‘ladi. O‘tkir jism bilan kesilgan sochning uchi tekis yoki mayda tishli bo‘ladi, o‘tmas jism esa sterjenni ezadi va tolalantiradi.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315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Gumondorning shimida najasga o‘xshash dog‘ topildi. Ekspert dog‘ni mikroskopda ko‘rib, qaysi masalani ishonchli hal eta 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Najasning odamga tegishli ekanligini pretsipitatsiya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Najasning AVO tizimi bo‘yicha guruhiy mansubligini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Dog‘da najas borligini: ovqat qoldiqlari, mikroorganizmlar, gelmint tuxumlari bo‘yicha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Najasning aynan gumondorga tegishli ekanligini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Dog‘da najas borligini: ovqat qoldiqlari, mikroorganizmlar, gelmint tuxumlari bo‘yicha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Najas borligi mikroskopik tekshiruvda ovqat qoldiqlari, mikroorganizmlar va gelmint tuxumlarini topish orqali isbotlanadi. Najasda antigen bo‘ladigan oqsillar parchalangan bo‘ladi, shu sababli tur va guruhiy mansublikni, demak shaxsga tegishlilikni ham aniqlab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312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Gorizontal yuzada qon dog‘i dumaloq shaklda, chetlari mayda tishsimon, atrofida ikkilamchi sachralar yo‘q. Tomchining tushish balandligi haqida qanday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Tomchi 10-15 sm dan balandroqdan tushgan, lekin sachra hosil qiladigan balandlikka yetmagan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Tomchi 10-15 sm gacha balandlikdan, o‘z og‘irligi bilan tushgan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Tomchi harakatdagi tana qismidan qiya yuzaga tushgan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Tomchi juda katta balandlikdan tushgan, sachralar esa keyin artib yuborilgan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Tomchi 10-15 sm dan balandroqdan tushgan, lekin sachra hosil qiladigan balandlikka yetmagan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Taxminan 10-15 sm gacha balandlikdan tushgan tomchi tekis chetli dumaloq dog‘ qoldiradi. Balandlik kattalashsa chetlari mayda tishsimon bo‘ladi, yanada kattalashganda esa atrofida sachralar paydo bo‘ladi. Tishsimon chet bor-u sachra yo‘q bo‘lsa, balandlik oraliq bo‘ladi. Harakatdagi tana qismi yoki qiya yuza esa noksimon shakl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304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Hodisa joyidan olingan qon dog‘i taxminan bir oy avval hosil bo‘lgan. Tergovchi dog‘ yangi tug‘ilgan chaqaloqqa yoki katta yoshli odamga tegishli ekanini hal qilishni so‘radi. Ekspertning qaysi javobi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Ishqoriy denaturatsiya usuli HbA va HbF ni farqlaydi, shuning uchun dog‘ yoshidan qat’i nazar masala hal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Dog‘dagi oksitotsinaza fermentining miqdoriga qarab, qon chaqaloqqa mansubligi aniqlanadi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Bunday eski dog‘da katta yoshli va go‘dak qonini farqlash imkoni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Faqat Y-xromatinni aniqlash orqali qon go‘dakka yoki kattaga mansubligi hal etiladi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Bunday eski dog‘da katta yoshli va go‘dak qonini farqlash imkoni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Kattalar va go‘daklar qonini gemoglobin turi (HbA yoki HbF) bo‘yicha farqlash faqat nisbatan yangi dog‘larda mumkin. 15-20 kunlik dog‘larda bu imkoniyat qolmaydi. Oksitotsinaza homiladorlik bilan, Y-xromatin esa jins bilan bog‘liq, ular yosh toifasini ajratmaydi.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308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Mikroskopda tekshirilgan sochning sterjeni buralgan, malla rang tusga kirgan, ichida turli o‘lchamdagi havo bilan to‘lgan bo‘shliqlar ko‘rinadi. Qaysi ta’sir ehtimoli eng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Yuqori harorat ta’siri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Sochning sekin harakat bilan yulib olinishi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O‘tmas jism zarbi natijasida ezilish va tolalanish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O‘tkir jism bilan kesilish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Yuqori harorat ta’siri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Sterjenning buralishi, malla tus va havo bilan to‘lgan bo‘shliqlar termik ta’sirning belgilari. O‘tmas jism sterjenni ezadi va tolalaydi, o‘tkir jism tekis yoki mayda tishli uch qoldiradi. Yulib olish esa asosan ildiz qismidagi o‘zgarishlarda ko‘rinadi.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315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 qon dog‘idan ajratilgan hujayralarda jinsni aniqlash uchun sitologik tekshiruv o‘tkazmoqda. Quyidagi topilmalardan qaysi biri erkak jinsiga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Azur-eozin bilan bo‘yalgan hujayralarda X-xromatinning topilishi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Gematoksilin-eozin bilan bo‘yalgan preparatda yadroning yirik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 zardobida xoriongonadotrop gormonning aniqlanishi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Akrixin bilan bo‘yalgan hujayra yadrolarida lyuminessent mikroskopiyada xromatinning topilishi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Akrixin bilan bo‘yalgan hujayra yadrolarida lyuminessent mikroskopiyada xromatinning topilishi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Y-xromatin akrixin bilan bo‘yalib, lyuminessent mikroskopiyada erkaklar hujayralarining yadrosida ko‘rinadi. X-xromatin esa asos bo‘yoqlar (azur-eozin) bilan ayollarning hujayralarida aniqlanadi. Xoriongonadotrop gormon homiladorlik bilan bog‘liq, jinsni ko‘rsatmaydi.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307-308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Yo‘l chetida qum ustida, qon chuqur shimilgan dog‘ topildi. Ekspertiza uchun namuna qaysi tartibda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Qumdan toza skalpel bilan yupqa qirindi olinib, kukun kabi toza qog‘ozga o‘raladi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Qon shimilgan qalinlikdagi qum to‘liq tarelkaga olinib, xona haroratida quritiladi, kontrol uchun ifloslanmagan qum olinadi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Qum suv bilan namlangan doka bilan artilib yuvma olinadi va quyosh nurida quritiladi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Qum shisha flakonga solinib, suv bilan aralashtiriladi va xona haroratida eritiladi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Qon shimilgan qalinlikdagi qum to‘liq tarelkaga olinib, xona haroratida quritiladi, kontrol uchun ifloslanmagan qum olinadi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Tuproq va qumdagi qon dog‘i shimilgan qalinligi bo‘yicha butunlay olinadi, xona haroratida quritiladi va toza qog‘ozga o‘raladi. Qirindi olish qattiq yuzalar uchun, doka bilan yuvma esa qattiq yuzalardagi izlar uchun mos. Quyoshda quritish namunaga zarar yetkazadi.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305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O‘q otar qurol jarohati bo‘lgan teri bo‘lagi tibbiy-kriminalistik tekshiruvga yuborilmoqda. Bo‘lak jarohat atrofidagi shikastlanmagan teri bilan birga olindi. Kontrol uchun teri qayerdan olinishi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Tananing simmetrik sohasidan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Shu jarohat chetidan, bir bo‘lak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Jarohatdan olingan bo‘lakning o‘zidan, uni ikkiga bo‘lib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Kiyimning shikastlanmagan qismidan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Tananing simmetrik sohasidan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Tekshiruv uchun jarohat atrofidagi shikastlanmagan teri bilan birga olinadi, bu begona qo‘shilmalar va qo‘shimcha omillar izlarini topish uchun kerak. Kontrol uchun esa tananing simmetrik sohasidan preparat kesib olinadi. Jarohat chetidagi teri yoki kiyim kontrol bo‘la 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203-204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Sud-gistologik bo‘limda arxiv materiallari saqlash muddatlari tekshirilmoqda. Quyidagi materiallardan qaysi birining belgilangan minimal saqlash muddati eng qisqa?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Gistologik preparatlar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To‘qima bo‘lakchalari quyilgan bloklar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Murda a’zo va to‘qimalarining birlamchi (formalinli) arxivi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Diatom planktoni tekshiruvidan keyin qolgan mineralizatlar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Murda a’zo va to‘qimalarining birlamchi (formalinli) arxivi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Birlamchi (formalinli) arxiv kamida 2 yil saqlanadi. Gistologik preparatlar, bloklar va diatom tekshiruvidan qolgan mineralizatlar uchun minimal muddat kamida 3 yil.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317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Ashyoviy dalillar sud tibbiy ekspertizasi. O’zb. Res. SSVning</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13. Ashyoviy dalillarni sud-tibbiy tekshirish</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7-modul. Ashyoviy dalillar ekspertizasi; bet 460-491</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X bo‘lim. Biologik ashyoviy dalillar tekshiruvi; bet 192-213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