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Forensic medical examination of corpses in deaths caused by physical factors.</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How long does burn shock, the first stage of burn disease, usually last?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Usually 1-2 weeks, sometimes up to 3 weeks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Usually up to one day, sometimes 2-3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Usually 2-3 weeks, sometimes up to several months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Usually 6-8 hours, sometimes up to 12 hours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Usually up to one day, sometimes 2-3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Burn shock is the very first stage of the disease and usually lasts up to one day, sometimes 2-3 days. A duration of 1-2 weeks is characteristic of burn toxemia, and 2-3 weeks or longer of septicotoxemia. A duration counted in hours does not correspond to the actual length of the shock stage.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188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flame acts on a living person and the eyelid skin is stretched out, injured and uninjured areas alternate in sequence. What is this sign called?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"boxer pose" sign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"goose skin" sign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"string of pearls" sign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"goose foot" sign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"goose foot" sign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living person squints. As a result, the bases of the eyelid folds are protected from burning and soot, while the upper parts of the folds are burned. The pattern that appears when the skin is stretched out is called the "goose foot." The "boxer pose" is associated with rigor mortis, "goose skin" with the effect of cold, and the "string of pearls" with the effect of electric current on bone.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189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 corpse found after a fire, an epidural hematoma has formed as a result of postmortem exposure to flame. How does it differ from a traumatic epidural hematoma?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Sickle-shaped, not attached to the dura mater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Spindle-shaped, not attached to the dura mater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Sickle-shaped, firmly attached to the dura mater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Spindle-shaped, firmly attached to the dura mater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Sickle-shaped, not attached to the dura mater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An epidural hematoma caused by trauma is spindle-shaped and attached to the dura mater. One that appears due to flame exposure after death is sickle-shaped and not attached to the dura mater. In the other options, the features of shape and attachment are incorrectly mixed.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190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stomach of a person who died from cold exposure, where on the mucosa are S.M. Vishnevsky spots located?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the depressions between the folds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Only in the outlet portion of the stomach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the apical region of the mucosal folds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Only in the muscular layer of the stomach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In the apical region of the mucosal folds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These spots are small hemorrhages in the apical region of the mucosal folds, up to 0.5 cm in diameter, and are easily removed with the back of a knife or a stream of water. Location between the folds or only in the muscular layer is not characteristic of them. Hematin formation is especially evident in the entrance portion, but the spots are not found only in the outlet portion.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193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international standard for electrical voltage considered safe for the body?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12 volts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36 volts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42 volts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24 volts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24 volts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international standard, the voltage safe for the body is equal to 24 volts. 42 volts occurs in another context: direct current of 120 volts has the same effect as alternating current of 42 volts. The other figures are not given as a standard.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197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main cause of death in the acute period of pulmonary barotrauma?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Air embolism of the cerebral arteries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Fibrillation of the ventricles of the heart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Secondary pneumonia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Compression asphyxia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Air embolism of the cerebral arteries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lung tissue ruptures, air passes through the pulmonary veins into the left side of the heart and causes arterial embolism in the systemic circulation. Embolism of the cerebral arteries is considered the most dangerous. Pneumonia leads to death at a later stage. Compression asphyxia is characteristic of compression of the body.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207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frequency of alternating current is considered extremely dangerous for the body?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400–600 hertz</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40–60 hertz</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4000–6000 hertz</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10000 hertz and higher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40–60 hertz</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Alternating current with a frequency of 40–60 hertz is considered the most dangerous. As the frequency increases, the danger of the current decreases. Current with a frequency of 10000 hertz and higher is used in physiotherapy (diathermy, high-frequency therapy).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198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non-fatal electrical injury, how long after exposure to current is electrogenic necrosis detected?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Within the first few hours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After 1–2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After 6–9 months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After 3–4 weeks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After 3–4 weeks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Electrogenic necrosis becomes visible approximately 3–4 weeks after the injury and may involve the skin, soft tissues, and bones. It is based on thrombosis of blood vessels damaged by the current and impaired blood supply. Therefore, necrosis is not visible in the first hours.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202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finding is characteristic on internal examination of the corpse of a person who died from decompression sickness?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Blood clots with small gas bubbles in the right chambers of the heart and in the veins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Clotted bright red blood in the left chambers of the heart and in the aorta, small hemorrhages in the stomach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Diffuse hemorrhage in the soft tissues of the head and neck, marked congestion of the brain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Soot in the airways and esophagus, high carboxyhemoglobin in the blood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Blood clots with small gas bubbles in the right chambers of the heart and in the veins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pressure drops rapidly, nitrogen dissolved in the blood and tissues turns into gas bubbles and causes venous gas embolism. For this reason, gas-containing blood clots are found in the right heart and veins. The other options relate to cold exposure, diver's compression, and signs of life in a fire.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210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book, at a depth of 20 m underwater, how many times greater is the pressure compared with atmospheric pressure?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 times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 times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 times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5 times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3 times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As depth increases, hydrostatic pressure is added to atmospheric pressure. At a depth of 10 m the pressure is 2 times greater than atmospheric pressure, and at 20 m it is 3 times greater. The figure of 2 times corresponds to 10 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206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which dose range does the intestinal form of ionizing radiation injury develop?</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20–80 grays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10–20 grays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More than 80 grays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Up to 10 grays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10–20 grays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forms of radiation injury differ by dose: up to 10 grays – bone marrow form, 10–20 grays – intestinal form, 20–80 grays – toxemic (vascular) form, and above 80 grays – cerebral form. The other ranges belong to these other forms, not to the intestinal form.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212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If reliable signs of death are not established in a victim of electric current, what is recommended?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Begin the examination without separating the victim from the current source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Immediately send the body to the morgue and conduct a forensic medical examination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Limit to observation only and not perform resuscitation measures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Perform resuscitation measures until cadaveric spots appear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Perform resuscitation measures until cadaveric spots appear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electrical injury, apparent death (vita minima) is often observed: signs of life are not detectable because of inhibition of the cardiovascular and respiratory centers. Therefore, resuscitation is recommended until a reliable sign of death, i.e. cadaveric spots, appears. Examination of the victim is also carried out only after he has been separated from the current.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204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At what strength of current passing through the body does death occur in most cases of electrical injury?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10 milliamperes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50 milliamperes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 milliamperes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25 milliamperes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100 milliamperes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Death occurs in most cases under the action of a current of 100 milliamperes. 50 milliamperes threatens life through cardiovascular and respiratory failure, but in most cases does not lead to death. 10-25 milliamperes mainly cause involuntary muscle contraction and spasm of the respiratory muscles.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197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feature is characteristic of the microscopic appearance of an electric mark?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Numerous cavities of various shapes in the horny and shiny layers of the epidermis, brush-like elongation of the nuclei of basal cells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 broad demarcation infiltrate of neutrophil leukocytes in the epidermis and an inflammatory ridge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Thinning of the horny layer, round arrangement of the nuclei of basal cells parallel to the skin surface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Melting of collagen fibers in the dermis, with the epidermis remaining completely unchanged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Numerous cavities of various shapes in the horny and shiny layers of the epidermis, brush-like elongation of the nuclei of basal cells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an electric mark, cavities form in the horny and shiny layers, while the nuclei of the basal and spinous cells are elongated perpendicular to the skin surface or at an angle, giving a broom-like appearance. An inflammatory infiltrate is not characteristic of the mark, because there are no signs of inflammation around it. A parallel round arrangement of the nuclei is exactly the opposite of the mark.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202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diver with scuba equipment held his breath at a depth of 10 m while ascending to the water surface. What does this lead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volume of air in the lungs decreases and pulmonary collapse develops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Nitrogen increases in the blood and the narcotic effect of nitrogen arises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partial pressure of oxygen rises and pulmonary oxygen poisoning begins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volume of air in the lungs increases, intrapulmonary pressure rises sharply, and pulmonary barotrauma occurs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 volume of air in the lungs increases, intrapulmonary pressure rises sharply, and pulmonary barotrauma occurs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breathing is held while the external pressure is decreasing, the air in the lungs expands and intrapulmonary pressure rises sharply. As a result, the bronchi and alveoli rupture and barotrauma develops. A decrease in air volume is characteristic of the stage of diving down into the water. The effects of nitrogen and oxygen are associated with prolonged exposure to high pressure.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207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person injured in a nuclear reactor accident received a single dose of 1500 rad (1 gray = 100 rad). According to the textbook classification, which clinical form of radiation injury develops?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Bone marrow form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Intestinal form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Toxemic (vascular) form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Cerebral form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Intestinal form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1500 rad equals 15 grays. This falls within the 10-20 grays range, i.e. the intestinal form. The bone marrow form develops at up to 10 grays, the toxemic form at 20-80 grays, and the cerebral form at doses above 80 grays.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212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which of the following victims is a burn considered a life-threatening injury according to the rules for determining the severity of bodily injuries?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12% of the body surface has a III-IV degree burn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 of the body surface has a III-IV degree burn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18% of the body surface has a II degree burn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12% of the body surface has a I degree burn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12% of the body surface has a III-IV degree burn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III-IV degree burn involving more than 10% of the body surface is considered life-threatening, so 12% fits. 8% does not reach this threshold. For a II degree burn the threshold is more than 20%, and 18% is below it. A I degree burn is superficial and does not meet such a criterion.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187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diver died underwater after his diving suit was damaged and the pressure under the helmet dropped sharply. Which set of findings in the examination of his body confirms the diagnosis of body compression (squeeze)?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Blood clots with small gas bubbles in the right chambers of the heart, foamy fluid on the cut surface of the liver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Ruptures in the lung tissue, pneumothorax, and air embolism in the cerebral arteries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Enlargement and blue discoloration of the head and face, small hemorrhages in the skin and mucous membranes of the face and eyes, symmetrical hemorrhages along the clavicles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Hemorrhages in the paranasal sinuses and middle ear, rupture of the tympanic membrane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Enlargement and blue discoloration of the head and face, small hemorrhages in the skin and mucous membranes of the face and eyes, symmetrical hemorrhages along the clavicles</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When the pressure under the helmet drops, blood rushes toward the head, so the head enlarges, the face becomes blue and swollen, and small hemorrhages appear in the face and eyes. Symmetrical hemorrhages along the clavicles, corresponding to the lower edge of the helmet, are also found. Clots with gas bubbles are characteristic of decompression sickness, lung rupture and air embolism of pulmonary barotrauma, and changes in the ear and nose of barotrauma of the ear and nasal cavities.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208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person who died of cold exposure at a positive temperature (up to +10°C), the cadaveric spots were bluish-violet. In a person who died at a negative temperature, the cadaveric spots were pinkish-red. By which mechanism is this difference explained?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At a positive temperature, the tissues manage to consume the oxygen in the blood even after death, while at a negative temperature this process is not observed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At a positive temperature, carboxyhemoglobin accumulates in the blood, while at a negative temperature it does not form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At a positive temperature, hemolysis of erythrocytes increases and the blood loses its pink color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At a negative temperature, cadaveric spots do not form at all because of freezing, and the color depends on skin moisture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At a positive temperature, the tissues manage to consume the oxygen in the blood even after death, while at a negative temperature this process is not observed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cold exposure, the blood is rich in oxygen. At a positive temperature, the tissues manage to utilize this oxygen even after brain death, so the spots take on a bluish-violet hue. At a negative temperature this does not occur and the spots remain pinkish-red. The other options are not explained this way in the textbook.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192-193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physician found a II-III degree burn over 30% of the body surface in a victim, of which 10% of the surface had a deeper burn. According to the textbook recommendation, in what fractional form is this burn written in the diagnosis?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II-III / 30% (10%)</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30% (10%) / II-III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30% / II-III (10%)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(30%) / II-III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30% (10%) / II-III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recommendation, the burn surface area (with the area of the deeper burn in parentheses) is written in the numerator of the fraction, and the burn degrees in the denominator. Therefore, the correct notation is 30% (10%) / II-III. In the other options, the positions of the numerator and denominator or the information in parentheses are placed incorrectly.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188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man was exposed to "step voltage" at the spot where a high-voltage wire had fallen to the ground. He fell because of convulsions of his leg muscles and died. What exactly endangered his life?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lower "current loop" itself passed through the heart and caused ventricular fibrillation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Because the step length was short, the potential difference between the two points increased sharply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full "current loop" was formed as a result of the fall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An electric arc formed at the center of the electric crater due to air ionization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 full "current loop" was formed as a result of the fall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lower "current loop" formed by step voltage does not pose a threat to life. The danger arises when the person falls because of leg muscle convulsions and other parts of the body also come into contact with the ground, creating a full "current loop". The second option is also wrong, because the longer the step, the greater the voltage.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200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electric current of the same voltage passes through two different tissues of a victim. The resistance of the first tissue is 2 times greater than that of the second. According to Ohm's law, what will the current be?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It will be 2 times greater in the first tissue than in the second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It will be the same in both tissues, because the voltage is the same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It will be 4 times smaller in the first tissue than in the second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It will be 2 times smaller in the first tissue than in the second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It will be 2 times smaller in the first tissue than in the second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Current is directly proportional to voltage and inversely proportional to tissue resistance. If the voltage is the same and the resistance is 2 times greater, the current is 2 times smaller. Even when the voltage is the same, the current varies with tissue resistance, so the second option is wrong.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198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 nuclear reactor accident, the victim received a single whole-body irradiation dose of 50 grey. According to the textbook, when does death usually occur?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 the end of the fourth week after irradiation, from infectious complications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Within the first two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At the moment of irradiation itself, from paralysis of the vital centers of the brain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After the latent period ends, in 2-4 weeks, from impaired blood formation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Within the first two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a single dose of 50 grey, death usually occurs within the first two days. Death in the fourth week is typical of infectious complications in the period of pronounced clinical signs. Death at the moment of irradiation is observed at doses greater than 150 grey.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213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diver died after a rapid ascent, and decompression sickness is suspected. At autopsy, no gas bubbles were found when the right atrium and ventricle and the left side of the heart were punctured with a needle. What is the next step?</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Fill the abdominal cavity with water and puncture the inferior vena cava under water to look for gas bubbles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Repeat the puncture of the left side of the heart to completely rule out venous gas embolism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Without separating the lungs from the chest cavity, immerse them in water and insufflate air to observe bubbles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Look for aerothrombi only in the arteries to rule out venous embolism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Fill the abdominal cavity with water and puncture the inferior vena cava under water to look for gas bubbles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Venous embolism is common in decompression sickness. If no gas is found in the heart chambers, a gas embolism test is performed on the inferior vena cava: water is poured into the abdominal cavity and the vein is punctured under water. Aerothrombi are sought in the veins and heart chambers. Immersing the lungs in water and insufflating air is a method for examining pulmonary barotrauma.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273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an experiment, it was observed that the amount of heat released in an electrical conductor is directly proportional to the square of the current, the resistance of the conductor, and the duration of action (Joule–Lenz law). If the current is increased 2 times while the resistance and duration of action remain unchanged, how does the amount of heat released change?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It increases 4 times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It increases 2 times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It increases 8 times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It does not change, because the resistance remained constant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It increases 4 times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Heat depends on the square of the current, so when the current is doubled, it increases 2² = 4 times. The other options either do not take the quadratic dependence into account or wrongly consider resistance to be decisive.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261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winter, a corpse was found at the edge of a field; the snow beneath it had melted and then refrozen, forming a layer of ice. How should the expert correctly assess this finding as a vital sign of death from freezing (cold exposure)?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reliable sign proving the vital effect of low temperature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Non-specific: it is also observed when a corpse that has not yet cooled is placed on snow</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sign indicating only death that occurred under the snow</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sign characteristic only of death in a state of severe intoxication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Non-specific: it is also observed when a corpse that has not yet cooled is placed on snow</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layer of ice beneath the corpse is not a specific sign of low temperature. The same ice forms when a corpse of a person who died from other causes and has not yet cooled is placed on snow. Therefore, it cannot be a vital sign of death from freezing.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192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worker irradiated in a reactor accident had nausea and vomiting in the first days. 12 days after irradiation he feels well, but his hair has begun to fall out and the number of blood cells has decreased. Which period of acute radiation sickness does this condition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period of the general primary reaction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period of pronounced clinical signs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latent (hidden) period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initial period of chronic radiation sickness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latent (hidden) period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primary reaction lasts up to 3–4 days, so day 12 does not fit it. The latent period lasts 2–4 weeks: the condition seems to improve, but hair falls out and blood cell counts decrease. In the period of pronounced clinical signs, the condition worsens sharply and hemorrhages appear.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213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When examining the fluid of a burn blister on a corpse found in a fire, the total protein content was 4,5%. How is it correct to interpret this result with regard to the time of blister formation?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blister formed postmortem, because the protein content is high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blister formed postmortem; the protein content is twice that of a vital blister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protein content does not distinguish whether the blister formed during life or after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blister formed during life: the protein is approximately twice that of a postmortem blister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blister formed during life: the protein is approximately twice that of a postmortem blister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vital burn blister, the total protein is approximately 4,2–4,9%. In a blister formed after death, it is approximately half as much. 4,5% corresponds to a vital blister; the other options reverse this ratio or deny the diagnostic significance of protein.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243-244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No electrical mark was found on the corpse of a person who died from electric current. When the expert examines the clothing under a stereomicroscope, which change in wool and synthetic fibers would support the diagnosis of electric current exposure?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Breaking of the fibers along a straight line and thread-like fraying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Coating of the fibers with greasy stains and their sticking together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Spherical and spindle-shaped thickening of the fibers ("amber rosary")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Coating of the fibers only with soot particles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Spherical and spindle-shaped thickening of the fibers ("amber rosary")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Under the action of electric current, spherical and spindle-shaped thickenings form in wool and synthetic fibers. This sign helps the diagnosis when there is no electrical mark. The other options are not characteristic of electric current and correspond to mechanical breakage, contamination, or fire.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268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When preparing a frozen corpse for forensic medical examination, it was decided to thaw it quickly using warm air or hot water up to +50°C in order to shorten the thawing time. What consequence can this lead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Blood hemolysis slows down, and tissue imbibition decreases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Hemolysis of erythrocytes and postmortem imbibition of tissues increase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Small cracks formed by freezing disappear completely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Rigor mortis is restored and becomes even stronger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Hemolysis of erythrocytes and postmortem imbibition of tissues increase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faster the corpse is thawed, the stronger the hemolysis of erythrocytes and the postmortem imbibition of tissues. This makes it difficult to distinguish vital from postmortem changes, so slow thawing is preferable. The other options do not correspond to the actual consequences of thawing.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194-195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corpses in deaths caused by p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7. Fizik omillar ta'siri</a:t>
            </a:r>
          </a:p>
          <a:p>
            <a:pPr>
              <a:spcAft>
                <a:spcPts val="1200"/>
              </a:spcAft>
            </a:pPr>
            <a:r>
              <a:rPr sz="1800">
                <a:solidFill>
                  <a:srgbClr val="1F2937"/>
                </a:solidFill>
                <a:latin typeface="Calibri"/>
              </a:rPr>
              <a:t>▸  Iskandarov A.I., Qo‘ldoshev D.R. Sud tibbiyoti (tibbiyot instituti talabalari uchun), Toshkent (egasi taqdim etgan; yopiq foydalanish). . XII-bob. Fizik omillar ta’siri; bet 235-283</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 bo‘lim, 14-bob. Harorat, elektr, radiatsiya, bosim ta’siri; bet 118-128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