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4-kurs-davolash-04-q01 · oson-o‘rta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4-kurs-davolash-04-q02 · oson-o‘rta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4-kurs-davolash-04-q03 · oson-o‘rta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4-kurs-davolash-04-q04 · oson-o‘rta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4-kurs-davolash-04-q05 · oson-o‘rta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4-kurs-davolash-04-q06 · oson-o‘rta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4-kurs-davolash-04-q07 · oson-o‘rta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4-kurs-davolash-04-q08 · oson-o‘rta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4-kurs-davolash-04-q09 · oson-o‘rta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4-kurs-davolash-04-q10 · oson-o‘rta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4-kurs-davolash-04-q11 · oson-o‘rta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4-kurs-davolash-04-q12 · oson-o‘rta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4-kurs-davolash-04-q13 · oson-o‘rta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4-kurs-davolash-04-q14 · oson-o‘rta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4-kurs-davolash-04-q15 · oson-o‘rta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4-kurs-davolash-04-q16 · qiyin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4-kurs-davolash-04-q17 · qiyin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4-kurs-davolash-04-q18 · qiyin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4-kurs-davolash-04-q19 · qiyin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4-kurs-davolash-04-q20 · qiyin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4-kurs-davolash-04-q21 · qiyin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4-kurs-davolash-04-q22 · qiyin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4-kurs-davolash-04-q23 · qiyin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4-kurs-davolash-04-q24 · qiyin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4-kurs-davolash-04-q25 · qiyin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4-kurs-davolash-04-q26 · qiyin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4-kurs-davolash-04-q27 · qiyin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4-kurs-davolash-04-q28 · qiyin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4-kurs-davolash-04-q29 · qiyin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4-kurs-davolash-04-q30 · qiyin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Amaliy mashg’ulot: Mexanik jarohatlar. Transport travmasi.</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Sinf testi · 30 ta test savoli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Sud tibbiyoti fanida transport travmasi alohida qism sifatida qaysi davrdan boshlab ajratib o‘rganila boshlandi?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O‘tgan asrning 30-yillaridan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O‘tgan asrning 60-yillaridan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O‘tgan asrning 80-yillaridan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O‘tgan asrning 90-yillaridan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O‘tgan asrning 60-yillaridan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Transport travmasida jarohat hosil bo‘lish mexanizmi va ekspertiza o‘tkazishning o‘ziga xosligi, shuningdek bunday holatlarning ko‘p uchrashi sababli u o‘tgan asrning 60-yillaridan alohida bo‘lim bo‘ldi. Boshqa davrlar manbada ko‘rsatilmagan.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57 bet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Transport travmasi holatlarida o‘tkazilgan ekspertizalarning 90 foizidan ortig‘ini qaysi tur tashkil etadi?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Avtomobil travmasi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Mototsikl travmasi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Rels travmasi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Traktor travmasi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Avtomobil travmasi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Ekspertiza ma’lumotlariga ko‘ra transport travmasining eng ko‘p uchraydigan turi avtomobil travmasi bo‘lib, uning ulushi 90 foizdan oshadi. Mototsikl, rels va traktor travmasi ancha kam uchraydi.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57 bet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Piyodaning sonida avtomobil farasining shakli va o‘lchamiga aynan mos keladigan qontalash topildi. Diagnostik ahamiyatiga ko‘ra bu jarohat qaysi guruhga kiradi?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Xos jarohat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Imitatsion jarohat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Spetsifik jarohat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Xos bo‘lmagan jarohat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Spetsifik jarohat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Avtomobilning ma’lum qismi (fara, old bezak, shina protektori) shaklini aks ettiruvchi jarohatlar spetsifik, ya’ni kontakt jarohatlar deyiladi. Xos jarohatlar faqat travma turi yoki fazasiga mos keladi, xos bo‘lmagan va imitatsion jarohatlar esa avtotravma haqida aniq fikr bildirishga imkon bermaydi.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59 bet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Rels transporti g‘ildiragi tanani bosib o‘tganda tana qismlarga bo‘linishi asosan qaysi omil bilan bog‘liq?</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Rels boshchasining kesuvchi qirrasi ta’siri bilan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G‘ildirak aylana yuzasining ishqalanishi bilan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Vagon buferining kuchli zarbi bilan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G‘ildirak tojining qaychisimon ta’siri bilan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G‘ildirak tojining qaychisimon ta’siri bilan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G‘ildirak va rels orasida tana kuchli siqilib majaqlanadi, g‘ildirak tojining (rebordasining) qaychisimon ta’siri esa to‘qimalarni bir-biridan ajratadi. Qolgan omillar tananing bo‘linishiga asosiy sabab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71 bet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Mototsikl travmasida avtotravmadan farqli ravishda haydovchi va yo‘lovchi barcha holatlarda shikastlanishi mumkin. Buning sababi nima?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Himoya kamarlarining mavjud emasligi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Ikki g‘ildirakli transport vositasining noturg‘unligi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Harakat tezligining doimo juda yuqoriligi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Mototsikl massasining kattaligi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Ikki g‘ildirakli transport vositasining noturg‘unligi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Mototsikl ikki g‘ildirakli bo‘lgani uchun noturg‘un, shu sababli piyodadan tashqari haydovchi va yo‘lovchi ham yiqilib jarohat oladi. Tezlik, massa va kamar mavjudligi bu farqning asosiy izohi sifatida ko‘rsatilmagan.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69 bet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Haydovchining qonida atigi 0,5‰ alkogol bo‘lganda ham unda qanday o‘zgarish yuzaga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Reaksiya tezligi sezilarli ortadi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Ko‘rish o‘tkirligi to‘liq yo‘qoladi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Atrofdagilarga kritik munosabati o‘zgaradi, o‘z qobiliyatini yuqori baholaydi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Transport boshqarish qobiliyati o‘zgarishsiz qoladi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Atrofdagilarga kritik munosabati o‘zgaradi, o‘z qobiliyatini yuqori baholaydi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Maxsus tekshiruvlar kichik miqdordagi alkogol ham haydovchining kritik munosabatini o‘zgartirib, o‘z imkoniyatlarini ortiqcha baholashga olib kelishini ko‘rsatgan. Bu murakkab yo‘l sharoitida transportni boshqarishni susaytiradi, shuning uchun boshqa variantlar noto‘g‘ri.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99 bet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Janjal paytida bir kishi jabrlanuvchini yerdan olingan tosh bilan urdi. Mexanik omillarning tasnifiga ko‘ra, tosh qaysi guruhga kiradi?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Qurol: hujum yoki himoya uchun maxsus tayyorlangan jism</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Ish quroli: ishlab chiqarish yoki maishiy maqsad uchun sanoat chiqargan jism</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Kombinatsiyalashgan omil: turli omillarning bir vaqtdagi ta’siri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Predmet: aniq vazifasi bo‘lmagan, tasodifan ishlatilgan jism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Predmet: aniq vazifasi bo‘lmagan, tasodifan ishlatilgan jism</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Toshning o‘ziga xos vazifasi yo‘q, u jarohat yetkazish uchun tasodifan yoki ataylab qo‘llangan, shuning uchun u predmet hisoblanadi. Qurol maxsus hujum yoki himoya uchun yasaladi, ish quroli esa ma’lum xo‘jalik vazifasi uchun chiqariladi. Kombinatsiyalashgan omil esa bir necha turdagi ta’sirning birgalikda bo‘lishini bildiradi.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Харин Г.М. (Kharin G.M.)., Краткий курс судебной медицины: учебное пособие, 69 bet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Avtomobil g‘ildiragi bilan bosib o‘tishning besh fazasidan qaysi ikkitasida avtotravma uchun spetsifik va xos jarohatlar asosan hosil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Birinchi va ikkinchi fazalarda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Ikkinchi va uchinchi fazalarda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Uchinchi va to‘rtinchi fazalarda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To‘rtinchi va beshinchi fazalarda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Uchinchi va to‘rtinchi fazalarda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Spetsifik va xos jarohatlar g‘ildirak tanaga chiqqanda va tanadan tushganda hosil bo‘ladi, ya’ni uchinchi va to‘rtinchi fazalarda. Birinchi fazada asosan xos bo‘lmagan jarohatlar (shilinma, qontalash), ikkinchi va beshinchi fazalarda esa yo‘lkasimon shilinmalar paydo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63 bet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Avtomobil ichida haydovchida jarohat hosil bo‘lishining dastlabki, birinchi fazasi qanday?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Oyoqlarning avtomobil paneliga urilishi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Ko‘krakning rulga urilishi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Boshning ruldan keyin old oynaga urilishi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Tananing orqaga tashlanishi va bo‘yinning orqaga egilishi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Oyoqlarning avtomobil paneliga urilishi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Haydovchida fazalar ketma-ket keladi: avval oyoqlar panelga uriladi, keyin ko‘krak rulga uriladi. Boshning rul va old oynaga urilishi uchinchi, tananing orqaga tashlanishi esa to‘rtinchi faza hisoblanadi.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66 bet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Temir yo‘l transporti g‘ildiragi va rels orasida qolgan tana sohasiga taxminan qanday kuch ta’sir qiladi?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Har 1 kv. sm ga 500 kg atrofida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Har 1 kv. sm ga 5 tonna va undan ortiq</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Har 1 kv. sm ga 2 tonna atrofida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Har 1 kv. sm ga 50 tonnadan ortiq</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Har 1 kv. sm ga 5 tonna va undan ortiq</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G‘ildirak va rels orasida soha juda kuchli siqiladi: har 1 kv. sm ga 5 tonna va undan ortiq kuch to‘g‘ri keladi. Natijada to‘qimalar majaqlanadi, g‘ildirak toji esa ularni qaychisimon ajratadi. Boshqa qiymatlar manbada keltirilgan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71 bet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Uchuvchi apparat tezligi qaysi qiymatga yetganda yoki undan oshganda qarama-qarshi havo oqimi qattiq jism kabi ta’sir ko‘rsatadi?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800 km/soat va undan ortiq</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200 km/soat va undan ortiq</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400 km/soat va undan ortiq</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600 km/soat va undan ortiq</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800 km/soat va undan ortiq</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Tezlik 800 km/soat va undan oshganda havo oqimi qattiq jism kabi ta’sir qiladi. Natijada og‘iz burchaklari yirtilishi, yuz yumshoq to‘qimalarining suyakdan ajralishi, ko‘z olmasi va o‘pka barotravmasi kuzatiladi. Pastroq tezlikda bunday ta’sir manbada qayd etilmagan.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76 bet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Himoya vositalarisiz juda katta balandlikda (19 km va undan ortiq) uchganda hosil bo‘lgan balandlik dekompressiyasi (balandlik emfizemasi) murdada qaysi belgi bilan namoyon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Nog‘ora pardasining yorilishi va o‘rta quloqqa qon quyilishi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Teri osti yog‘ qavatida va ichki a’zolar qon tomirlarida gaz pufakchalari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Qonda karboksigemoglobin miqdorining keskin oshishi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Yuz yumshoq to‘qimalarining suyaklardan ajralishi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Teri osti yog‘ qavatida va ichki a’zolar qon tomirlarida gaz pufakchalari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Balandlik dekompressiyasida teri osti yog‘ qavatida va ichki a’zolarning qon tomirlarida gaz pufakchalari aniqlanadi. Nog‘ora pardasi yorilishi germetizatsiya buzilishidagi portlash dekompressiyasiga, karboksigemoglobin yong‘indagi zaharlanishga, yuz to‘qimalarining ajralishi esa qarama-qarshi havo oqimiga xosdir.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77 bet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O‘rmalovchi traktor zanjiri traklaridagi tishlarning (yerga ilashgichlarning) solishtirma bosimi zanjirning boshqa zvenolariga nisbatan taxminan necha barobar katta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5–10 barobar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30–40 barobar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100–120 barobar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2–3 barobar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30–40 barobar</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Tishlar tayanch yuzasining juda kichik qismiga to‘g‘ri kelgani uchun ularning solishtirma bosimi zanjirning qolgan qismlaridagidan 30–40 marta yuqori. Shu sababli tishlar tanada alohida, yaqqol shilinma va qontalashlar qoldiradi. Boshqa qiymatlar manbada berilmagan.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119 bet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Rels travmasida tana g‘ildirak va rels orasida siqilganda, tananing rels tomonidagi bosilish yo‘lkasi kengligi odatda qancha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2–4 sm</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12–14 sm</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5–10 sm</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7–8 sm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7–8 sm</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Rels boshchasi g‘ildirak aylana yuzasidan tor, shuning uchun rels tomonida yo‘lka 7–8 sm, g‘ildirak tomonida esa 12–14 sm bo‘ladi. 2–4 sm yengil vagon g‘ildiragida teridagi yo‘lkaga, 5–10 sm esa tana ajralgandagi g‘ildirak yo‘lkasining keng qismiga tegishli.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72 bet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Aviatravmada termik shikastlanish nima uchun ekipaj a’zolariga qaraganda yo‘lovchilarda ko‘proq kuzatiladi?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Yonilg‘i baklari fyuzelyajning o‘rta qismida joylashgan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Yo‘lovchilar salonida portlash dekompressiyasi kuchliroq bo‘ladi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Ekipaj a’zolari alohida himoya kamarlari bilan jihozlangan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Yo‘lovchilar katapultadan foydalanib erga tushishadi</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Yonilg‘i baklari fyuzelyajning o‘rta qismida joylashgan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Yonilg‘i baklari fyuzelyajning o‘rta qismida bo‘lgani uchun yong‘in birinchi navbatda yo‘lovchilar joylashgan qismga ta’sir qiladi. Boshqa variantlar termik ta’sirning taqsimlanishini tushuntirmaydi.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78 bet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Piyodaning o‘rta bo‘yli jasadida bamper-sinish son suyagida topildi, avtomobil tormozlanmagan. Qaysi avtomobil ehtimolroq urgan?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Engil avtomobil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4 t gacha yuk ko‘taruvchi yuk avtomobili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4 t dan ortiq yuk tashiydigan yuk avtomobili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Vagon tipidagi kuzovli avtomobil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4 t gacha yuk ko‘taruvchi yuk avtomobili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Engil avtomobil bamperi past (35–42 sm) bo‘lgani uchun boldirni sindiradi. Son suyagidagi bamper-sinish 4 t gacha yuk avtomobilini ko‘rsatadi. 4 t dan ortiq yuk avtomobilining bamperi katta odamning ko‘krak va boshi balandligida bo‘lishi mumkin. Vagon tipidagi kuzov ham ko‘krak va boshga uriladi.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136 bet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Yuk avtomobili g‘ildiragi tanani bosib o‘tgan, harakat tezligi 20 km/soatdan yuqori edi. G‘ildirak tanadan tushgan sohada, to‘rtinchi fazaga mos hech qanday jarohat topilmadi. Bu qanday izohlanadi?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G‘ildirak tanaga umuman chiqmagan, faqat zarb bergan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Jarohatlar o‘lim sodir bo‘lgandan keyin yuvilib ketgan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Tana g‘ildirak ostidan sudralib, jarohatlar boshqa fazaga o‘tgan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G‘ildirak tanadan “sakrab tushgan”, shuning uchun to‘rtinchi fazada jarohat bo‘lmasligi mumkin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G‘ildirak tanadan “sakrab tushgan”, shuning uchun to‘rtinchi fazada jarohat bo‘lmasligi mumkin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Tezlik 20 km/soat va undan katta bo‘lganda g‘ildirak tanadan sakrab tushadi va to‘rtinchi fazada jarohat hosil bo‘lmasligi mumkin. Boshqa variantlar manbada bunday izoh sifatida ko‘rsatilmagan va tananing g‘ildirakka chiqqanligiga zid.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65 bet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Jabrlangan harakatdagi avtomobil kuzovidan tushib ketib, oyoqlari bilan yerga tushdi. Quyidagi sinishlardan qaysi biri bevosita jarohat hisoblanadi?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Boldir suyaklarining sinishi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Oyoq kafti suyaklarining sinishi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Son suyagining sinishi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Pastki ko‘krak umurtqalarining sinishi</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Oyoq kafti suyaklarining sinishi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Oyoqlar bilan tushganda kuch to‘g‘ridan-to‘g‘ri oyoq kafti suyaklariga tushadi, shuning uchun ularning sinishi bevosita. Boldir, son, tos suyaklari va pastki ko‘krak hamda bel umurtqalari kuch uzatilishi tufayli bilvosita sinadi.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68 bet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Ekspert balkondan yiqilgan shaxsning holatini tahlil qilmoqda: tana tushish yo‘lida turli balandlikdagi balkon va karniz bilan to‘qnashgan, lekin yiqilishdan oldin sakrash yoki turtki bo‘lmagan. Bu yiqilish qaysi turga kiradi?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To‘siqsiz (to‘g‘ri) va faol yiqilish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To‘siqsiz (to‘g‘ri) va passiv yiqilish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Pog‘onali (ketma-ket) va passiv yiqilish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Pog‘onali (ketma-ket) va faol yiqilish</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Pog‘onali (ketma-ket) va passiv yiqilish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Tana yo‘lda turli balandlikdagi chiqib turgan jismlarga urilsa, yiqilish pog‘onali (ketma-ket) hisoblanadi. Oldindan tezlanish (sakrash, turtki) bo‘lmagani uchun u passiv bo‘ladi. To‘g‘ri yiqilishda esa tana to‘siqqa urilmaydi, faol yiqilishda oldindan tezlanish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Харин Г.М. (Kharin G.M.)., Краткий курс судебной медицины: учебное пособие, 84 bet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Rels travmasida jabrlanganning terisidagi bosilish yo‘lkasi atigi 2-4 sm kenglikda, teri osti yumshoq to‘qimalarida esa uning kengligi 12-14 sm. Terida yo‘lka qaysi qism hisobiga hosil bo‘lgan?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Faqat g‘ildirak toji (rebordasi) hisobiga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G‘ildirakning butun aylana yuzasi hisobiga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Rels boshchasining ichki qirrasi hisobiga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G‘ildirak yon yuzasining ishqalanishi hisobiga</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Faqat g‘ildirak toji (rebordasi) hisobiga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Tana engil vagon g‘ildiragi bilan bosib o‘tilganda terida yo‘lka faqat g‘ildirak toji hisobiga hosil bo‘ladi va tor (2-4 sm) bo‘ladi, chuqur to‘qimalarda esa u keng bo‘ladi. Aylana yuza keng yo‘lka beradi, yon yuzaning ishqalanishi esa alohida shilinish yo‘lkasini hosil qiladi.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72 bet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O‘rmalovchi traktor bosib o‘tgan murdada tanani kesib o‘tish chizig‘iga perpendikulyar, bir-biridan bir xil masofada joylashgan shilinma-qontalashlar va ular orasida shikastlanmagan teri sohalari topildi. Shilinmalar orasidagi masofani o‘lchash nimani aniqlashga imkon beradi?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Traktorning harakat tezligini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Traktorning yuk ko‘tarish quvvatini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Bosib o‘tish paytida haydovchining holatini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Traktorning markasini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21: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Traktorning markasini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Zanjir traklaridagi tishlar orasidagi masofa bir xil markali traktorlarda bir xil bo‘ladi. Shu sababli shilinmalar orasidagi masofa va ular oralig‘idagi shikastlanmagan teri kengligi traktor markasini aniqlashga yordam beradi. Tezlik, quvvat va haydovchi holati bu belgidan aniqlanmaydi.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121 bet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Samolyot halokatidan so‘ng yong‘indan nobud bo‘lgan shaxs murdasi tekshirilmoqda. Quyidagilardan qaysi biri yong‘in paytida shaxs hali tirik bo‘lganini ko‘rsatadi?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Tana yumshoq to‘qimalari va suyaklarining ko‘mirga aylanishi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Hiqildoq, kekirdak va bronxlar bo‘shlig‘ida qurum topilishi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Kiyimning to‘liq yonib ketgani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Tana qismlarining portlash to‘lqini ta’sirida sochilib ketishi</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Hiqildoq, kekirdak va bronxlar bo‘shlig‘ida qurum topilishi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Yong‘in paytida shaxs nafas olib turgan bo‘lsa, havo yo‘llariga qurum kiradi va is gazi bilan o‘tkir zaharlanish rivojlanadi. Ko‘mirlanish va kiyimning yonishi o‘lgandan keyin ham bo‘lishi mumkin. Tananing sochilib ketishi esa portlash to‘lqinining natijasi bo‘lib, tiriklik belgisi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144 bet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Daryoda murda topildi: bosh tanadan ajralgan, ajralish chetlari tekis yoki mayda tishchali, hoshiyalanish va qon quyilish yo‘q, g‘ovak suyaklarda ham yassi yuzali bo‘linish bor. Bu jarohat qaysi omilga ko‘proq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Kema vintining parraklari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Uzilib ketgan trosning erkin uchi bilan urilish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To‘lqin ta’sirida kema palubasiga urilish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Tez yurar kemaning suv ostidagi qanotining old qirrasi</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Tez yurar kemaning suv ostidagi qanotining old qirrasi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Suv ostidagi qanotning o‘tkir qirrasi tanani chopilgan yaraga o‘xshash tarzda, hoshiyalanishsiz va qon quyilishsiz ajratadi. Vint parraklari esa odatda lat yeyish-parchalash ta’sirida bir-biriga yaqin 2-3 ta yara qoldiradi. Tros va to‘lqin zarbi o‘tmas jarohatlar beradi.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130-131 bet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Haydovchi xavfsizlik kamarini taqqan holda avtomobil to‘qnashib, birdan to‘xtadi. Kamar ta’sirida tananing tormozlanishi hisobga olinsa, unda qaysi jarohat odatda kuzatilmaydi?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Og‘ir kalla-miya jarohati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Ko‘krak va elka bo‘ylab yo‘lsimon teri ichi qontalashlari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Umrov suyagi va qobirg‘alarning sinishi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Burun va jag‘ suyaklarining sinishi</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Og‘ir kalla-miya jarohati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Kamar tanani tormozlaydi, shu sabab bosh salon tomiga yoki old oynaga yetib bormaydi va og‘ir kalla-miya jarohati odatda kuzatilmaydi. Biroq yuz skeleti suyaklari sinishi mumkin. Kamar o‘zi ko‘krak va elka belbog‘i bo‘ylab qontalash hamda umrov suyagi va qobirg‘alar sinishini keltirib chiqarishi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115-116 bet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Haydovchi frontal to‘qnashuvda tizzasi bilan asboblar paneliga urildi. Ekspertiza jarohatlanish paytida son uzoqlashgan (tashqariga burilgan) holatda bo‘lganini aniqladi. Chanoq-son bo‘g‘imi sohasida qaysi o‘zgarish kutiladi?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Bo‘g‘im chuqurchasi tubining gorizontal sinishi, qov va quymuch suyaklarining sinishi bilan birga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Son suyagi boshining orqa-yuqoriga chiqishi, bo‘g‘im chuqurchasi chetining butun qolishi bilan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Bo‘g‘im chuqurchasi orqa chetining sinishi va son suyagining bo‘g‘imdan chiqishi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Faqat tizza bo‘g‘imi xochsimon boylamining yorilishi, chanoq suyaklari butun holda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Bo‘g‘im chuqurchasi tubining gorizontal sinishi, qov va quymuch suyaklarining sinishi bilan birga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Son uzoqlashgan bo‘lsa, urilish kuchi son bo‘yni va boshi orqali bo‘g‘im chuqurchasi tubiga uzatiladi. Shu sababli chuqurcha tubi gorizontal sinadi va qov hamda quymuch suyaklari ham shikastlanadi. Son yaqinlashgan bo‘lsa orqa-yuqoriga chiqish, o‘rta holatda esa chuqurcha orqa chetining sinishi bilan chiqish kuzatiladi.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114 bet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Yengil avtomobil piyodani soatiga 45 km dan oshmagan tezlikda urdi. Murdadan ajratib olingan boldir suyagi preparatida qanday bamper-sinish kutiladi?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Suyak atrofi bo‘ylab tekis chiziqli halqasimon sinish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Bukilishdan hosil bo‘lgan ko‘ndalang bo‘lakchali sinish, urilish tomonida notekis rombsimon katta parcha bilan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Burilishdan hosil bo‘lgan, suyak o‘qi bo‘ylab cho‘zilgan spiralsimon sinish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Suyak uchlarining bir-biriga kirib qolishi bilan kechgan bo‘ylama siqilishdan sinish</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Bukilishdan hosil bo‘lgan ko‘ndalang bo‘lakchali sinish, urilish tomonida notekis rombsimon katta parcha bilan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Tezlik 45-50 km/soatdan oshmaganda naysimon suyak bukilib sinadi: ko‘ndalang bo‘lakchali sinish va urilgan tomonda rombsimon katta parcha hosil bo‘ladi. Halqasimon sinish ancha katta tezlikda va ingichkaroq bamperda uchraydi. Spiralsimon sinish burashga, bo‘ylama kirishgan sinish o‘q bo‘ylab ta’sirga xos.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104 bet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Aravachali mototsikl boshqa transport vositasi bilan to‘qnashdi. Aravachadagi yo‘lovchida qaysi jarohatlar majmui xos?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Boldir va sonning old hamda ichki yuzalarida yo‘lkasimon shilinmalar, lat yaralar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Qo‘l kaftining birinchi va ikkinchi barmoqlari oralig‘ida shilinma va yaralar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Oshiq-boldir va tizza bo‘g‘imlari shikastlanishi hamda aravacha yuqori chetiga urilishdan ko‘krak va qorin jarohatlari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Simga urilishdan boshning deyarli to‘liq bo‘linishi, tananing qolgan qismi butun holda</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Oshiq-boldir va tizza bo‘g‘imlari shikastlanishi hamda aravacha yuqori chetiga urilishdan ko‘krak va qorin jarohatlari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Aravachadagi yo‘lovchi oshiq-boldir va tizza bo‘g‘imlarini shikastlaydi, aravacha yuqori chetiga urilishdan esa ko‘krak va qorin jarohatlari hosil bo‘ladi. Boldir va sondagi yo‘lkasimon shilinmalar hamda qo‘l kaftidagi rul richagi izlari haydovchiga xos. Simdan bosh bo‘linishi esa alohida holat.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70 bet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Rels transporti g‘ildiragi tanani to‘liq ikkiga bo‘lgan. G‘ildirak tomonidagi bosilish yo‘lkasi ham ikkiga ajralgan: ingichka qismi 2-3 sm, keng qismi 5-10 sm. Keng qism tananing qaysi sohasida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Tananing relslar oralig‘idagi sohasida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Rels boshchasi bosib o‘tgan sohada, bo‘linish chizig‘i bo‘ylab</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Tananing g‘ildirak tanadan tushgan tomonidagi chetida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Tananing relsdan tashqaridagi sohasida</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Tananing relsdan tashqaridagi sohasida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Tana to‘liq ajralganda g‘ildirak tomonidagi bosilish yo‘lkasi ikki qismga bo‘linadi. Ingichka qismi (2-3 sm) relslar oralig‘ida, keng qismi (5-10 sm) esa relsdan tashqarida joylashadi. Boshqa variantlar bu taqsimotga mos kelmaydi.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73 bet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Shaxs tik turgan holatdan orqasi bilan yiqilib, ensa bo‘rtig‘i bilan qattiq yuzaga urildi. Bosh miya lat yeyishi asosan qayerda kutiladi?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Faqat ensa sohasi ostida, zarb bo‘lgan joyda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Miya ustuni va ko‘prik sohasida, zarb joyidan qat’i nazar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Asosan zarb joyiga qarama-qarshi zonada (zarbga qarshi zonada)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Ikkala yarim sharda bir xil darajada, zarb joyiga bog‘liq bo‘lmagan holda</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Asosan zarb joyiga qarama-qarshi zonada (zarbga qarshi zonada)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Navznichka (orqaga) yiqilishda yopiq bosh jarohati bilan miya lat yeyishi odatda zarbga qarshi zonada joylashadi. Shuning uchun zarb nuqtasi va miya shikastlanishi joyi mos tushmaydi. Boshqa variantlar bu qonuniyatni inkor etadi.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Ромодановский П.О., Баринов Е.Х., Судебная медицина в схемах и рисунках: учебное пособие, 205 bet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Ishlab turgan turbodvigatelli samolyot oldida turgan shaxs kuchli havo oqimining so‘rish ta’siriga tushdi. Ekspertiza qanday jarohatlarni kutishi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500-600 gradusgacha qizigan gaz oqimidan mexanik va termik jarohatlar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Dvigatelning havo to‘plovchi qismi qirrasiga qisilishdan oyoq-qo‘llar sinishi, jigar ezilishi, o‘pka barotravmasi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Vint parraklaridan chopma yaralarga o‘xshash ko‘plab jarohatlar, bosh va qo‘llar amputatsiyasi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Qanotning oldingi chekkasidan tana yuqori qismining og‘ir jarohatlari, bosh amputatsiyasi</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Dvigatelning havo to‘plovchi qismi qirrasiga qisilishdan oyoq-qo‘llar sinishi, jigar ezilishi, o‘pka barotravmasi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Ishlayotgan dvigatel oldida kuchli so‘rish ta’siri bor. Odam havo to‘plovchi apparatga tortilib, uning oldingi qirrasiga qisiladi, natijada oyoq-qo‘l sinadi, jigar ezilib, o‘pka barotravmasi bo‘ladi. Mexanik va termik jarohatlar dvigatel orqasida turganlarga, parrak va qanot jarohatlari esa boshqa tashqi qismlarga xos.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144-145 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Sud tibbiyoti: darslik, Toshkent: Global Books nashriyoti. 2018. Bob 3. Transport travmasi</a:t>
            </a:r>
          </a:p>
          <a:p>
            <a:pPr>
              <a:spcAft>
                <a:spcPts val="1200"/>
              </a:spcAft>
            </a:pPr>
            <a:r>
              <a:rPr sz="1800">
                <a:solidFill>
                  <a:srgbClr val="1F2937"/>
                </a:solidFill>
                <a:latin typeface="Calibri"/>
              </a:rPr>
              <a:t>▸  Ромодановский П.О., Баринов Е.Х. Судебная медицина в схемах и рисунках: учебное пособие, М.: Проспект (egasi taqdim etgan; yopiq foydalanish). 2017. 3-modul. Yiqilish va transport jarohatlari; bet 202-229</a:t>
            </a:r>
          </a:p>
          <a:p>
            <a:pPr>
              <a:spcAft>
                <a:spcPts val="1200"/>
              </a:spcAft>
            </a:pPr>
            <a:r>
              <a:rPr sz="1800">
                <a:solidFill>
                  <a:srgbClr val="1F2937"/>
                </a:solidFill>
                <a:latin typeface="Calibri"/>
              </a:rPr>
              <a:t>▸  Харин Г.М. (Kharin G.M.). Краткий курс судебной медицины: учебное пособие, М.: ГЭОТАР-Медиа (egasi taqdim etgan; yopiq foydalanish). 2006. III bo‘lim (7-9-boblar). Umumiy travmatologiya; o‘tmas predmetlardan jarohatlar; bet 68-91</a:t>
            </a:r>
          </a:p>
          <a:p>
            <a:pPr>
              <a:spcAft>
                <a:spcPts val="1200"/>
              </a:spcAft>
            </a:pPr>
            <a:r>
              <a:rPr sz="1800">
                <a:solidFill>
                  <a:srgbClr val="1F2937"/>
                </a:solidFill>
                <a:latin typeface="Calibri"/>
              </a:rPr>
              <a:t>▸  Iskandarov A.I., Qo‘ldoshev D.R. Sud tibbiyoti (tibbiyot instituti talabalari uchun), Toshkent (egasi taqdim etgan; yopiq foydalanish). . VII-VIII-boblar. Transport va aviatsion jarohat; bet 97-148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