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Tibbiy bioetikaning oldingi modellardan farqi: bioetika ijtimoiy institut sifatida, tibbiyot xodimi va jamiyat, yatrogen kasalliklar, xodim–bemor munosabat qoidalari, xodimlar huquqlari, Jeneva deklaratsiyasi, Xalqaro tibbiy etika kodeksi (M2)</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Tibbiyot etikasi shifokorning majburiyatlarini ifodalaydi. Bioetikaning asosiy tamoyillari esa asosan nimani ta’riflashda ifodalanadi?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Shifokor sirini saqlash majburiyatini ta’riflashda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Shifokorlar o‘rtasidagi kasbiy hamjihatlik qoidalarini belgilashda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Bemorning huquqlarini ta’riflashda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Sog‘liqni saqlash tashkilotlarining ichki tartib-qoidalarini belgilashda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Bemorning huquqlarini ta’riflashda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Tibbiyot etikasida asosiy tamoyillar shifokor burchlari orqali beriladi. Bioetikada esa markazda bemor huquqlari turadi: ma’lumot olish, qarorda ishtirok etish, erkin tanlash. Boshqa variantlar an’anaviy tibbiyot etikasi va deontologiyaga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Jahon tibbiyot uyushmasining Jeneva deklaratsiyasi (2006-yilgi tahrir) matniga ko‘ra, shifokorga ishonib topshirilgan sirlarni hurmat qilish majburiyati qachongacha amal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 vafot etganidan keyin ham davom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bemor davolanayotgan davrda amal qiladi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Davolanish tugagach, bemorning yaqinlari ruxsat berguncha amal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Shifokor ish joyini almashtirgunga qadar amal qiladi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Bemor vafot etganidan keyin ham davom etadi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Deklaratsiyada shifokor ishonib topshirilgan sirlarni bemor vafotidan keyin ham hurmat qilishi aytilgan. Boshqa variantlar sir saqlash majburiyatini vaqt yoki shart bilan cheklaydi, deklaratsiyada esa bunday cheklov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13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Jahon tibbiyot uyushmasining qaysi deklaratsiyasi (1964-yil) odamlar ustida tajriba o‘tkazish va klinik sinovlar masalasiga bag‘ishlangan?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Tokio deklaratsiyasi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Lissabon deklaratsiyasi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Venetsiya deklaratsiyasi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Xelsinki deklaratsiyasi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Xelsinki deklaratsiyasi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Xelsinki deklaratsiyasi odamlarda tajriba va klinik sinovlarni tartibga soladi. Tokio deklaratsiyasi qiynoqlarga, Lissabon bemor huquqlariga, Venetsiya terminal bosqichdagi kasalliklarga bag‘ishlangan.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Bemor kasallik tarixidagi «sigma va mezokolon» yozuvini o‘qib, bu davosiz kasallik nomlari deb o‘yladi va o‘z joniga qasd qildi. Manbada bu holat qaysi hodisaga misol sifatida keltirilgan?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Tibbiy sirning oshkor etilishiga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yozuvlarni noto‘g‘ri talqin qilish tufayli yuzaga kelgan yatrogeniyaga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Bemorning axborot olishdan voz kechish huquqidan foydalanishiga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Shifokorning bemorni atayin chalg‘itishiga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Tibbiy yozuvlarni noto‘g‘ri talqin qilish tufayli yuzaga kelgan yatrogeniyaga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Tibbiy ma’lumotga ega bo‘lmagan odam hujjatdagi atamalarni noto‘g‘ri tushunib, yatrogeniya shakllanishi mumkin. Bunda sir oshkor bo‘lmagan, bemor axborotdan voz kechmagan va shifokor chalg‘itmagan: zararga yozuvning noto‘g‘ri tushunilishi sabab bo‘lgan.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51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Jahon tibbiyot uyushmasining Xalqaro tibbiy etika kodeksiga ko‘ra, shifokor shoshilinch yordam ko‘rsatishdan qaysi holatda o‘zini tiya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 yordam uchun to‘lov qila olmasa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Navbatchilik vaqti tugagan bo‘lsa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Boshqalar bunday yordamni ko‘rsatishga tayyor va qodir ekaniga ishonch hosil qilsa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Bemorning kasalligi shifokor mutaxassisligiga to‘g‘ri kelmasa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Boshqalar bunday yordamni ko‘rsatishga tayyor va qodir ekaniga ishonch hosil qilsa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Kodeksda shoshilinch yordam insonparvarlik burchi deb belgilangan. Istisno faqat boshqalar uni ko‘rsatishga tayyor va qodir ekani aniq bo‘lgandagina mumkin. To‘lov, ish vaqti yoki mutaxassislik bunday asos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Tibbiyot va jamiyat o‘zaro ta’siriga oid matnga ko‘ra, jamoatchilik bosimi ostida shifokorlar XX asrda nimaga alohida e’tibor bera boshladi?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Davolash xizmatlari narxini davlat tomonidan belgilashga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Bemorlarni uyda davolashga o‘tkazishga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Klonlash tajribalarini butunlay to‘xtatishga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Yangi dori vositalarini tibbiy amaliyotga joriy etishga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Yangi dori vositalarini tibbiy amaliyotga joriy etishga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Matnda aytilishicha, jamoatchilik bosimi tufayli yangi dori vositalarini amaliyotga joriy etishga ehtiyotkorlik bilan yondashila boshlandi va natijada «dalillar tibbiyoti» tamoyillari shakllandi. Boshqa variantlar matnda bunday asos sifatida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31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Muhamedova ga ko‘ra, Gippokrat qasamyodida bayon etish izchilligi va ma’nosiga ko‘ra birinchi o‘ringa nima qo‘yilgan?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Bemorga har qanday zarar yetkazishdan o‘zini tiyish majburiyati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Shifokor sirini saqlash va uni oshkor qilmaslik majburiyati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Kasbni egallayotgan shaxsning o‘z ustozi oldidagi burchlari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Kuch va bilimga qarab bemorlarga foyda keltirishga intilish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Kasbni egallayotgan shaxsning o‘z ustozi oldidagi burchlari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Qo‘llanmada «zarar yetkazma» qoidasini qasamyodning mohiyati deb bo‘lmasligi aytilgan, chunki matnda birinchi o‘ringa ustoz oldidagi burchlar qo‘yilgan. Boshqa variantlar qasamyodda bor, lekin birinchi o‘rinda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Jahon tibbiyot uyushmasining 1981-yilgi Lissabon deklaratsiyasi qaysi masalaga bag‘ishlangan?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Bemorning huquqlari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bosqichdagi kasalliklar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Terapevtik abort masalasi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Qiynoq va shafqatsiz muomala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Bemorning huquqlari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Jadvalga ko‘ra Lissabon deklaratsiyasi bemor huquqlariga tegishli. Terminal kasallik Venetsiya deklaratsiyasi, terapevtik abort Oslo deklaratsiyasi, qiynoqlar esa Tokio deklaratsiyasi mavzusi.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Ikkinchi jahon urushidan keyin, 1947-yilda qabul qilingan Nyurnberg kodeksi odamlarga tibbiy eksperiment o‘tkazishning nechta axloqiy qoidasini o‘z ichiga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 ta qoidani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6 ta qoidani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 ta qoidani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ta qoidani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10 ta qoidani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Darslikda Nyurnberg kodeksi odamlarda tibbiy eksperiment o‘tkazishning 10 ta axloqiy qoidasi sifatida tibbiy etikaning dastlabki xalqaro hujjatlaridan biri deb ko‘rsatilgan. Qolgan raqamlar matnga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53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 A. Semashko 1920-yillarda tibbiy sirga nisbatan qanday pozitsiyani bildirgan?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Tibbiy sirni qat’iy saqlash kursini qo‘llab-quvvatlagan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sirni butunlay yo‘q qilish kursini ilgari surgan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Sirni faqat sud qarori bilan ochishni talab qilgan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Sirni faqat bemor qarindoshlariga ochishga ruxsat bergan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Tibbiy sirni butunlay yo‘q qilish kursini ilgari surgan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Semashko «kasallik sharmandalik emas, baxtsizlik» shiori asosida tibbiy sirni butunlay yo‘q qilish kursini saqlashini aytgan. Boshqa variantlar uning pozitsiyasiga zid yoki manbada uchramaydi.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53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Darslikda keltirilgan O‘zbekiston qonuniga ko‘ra, tibbiy sirni bemorning roziligisiz qaysi holatda berishga yo‘l qo‘yiladi?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Bemorning do‘stlari uning ahvolidan xavotirlanib so‘raganda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Ish beruvchi xodimning kasalligi haqida ma’lumot so‘raganda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Tergov yoki sud organi jarayon munosabati bilan so‘raganda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Ommaviy axborot vositasi ma’lumotni efirga berish uchun so‘raganda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Tergov yoki sud organi jarayon munosabati bilan so‘raganda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Qonun rozilik so‘ramasdan ma’lumot berishni cheklangan holatlarda, jumladan tergov va sud iltimosiga binoan ruxsat etadi. Do‘stlar, ish beruvchi va ommaviy axborot vositalari so‘rovi bunday holat emas, sirni oshkor qilish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54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Angliya va Uelsda 16 yoshgacha bo‘lgan bolaning davolanishga rozilik bera olish qobiliyati, agar u yetarli tushuncha va aql-idrokka ega bo‘lsa,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Gillick qobiliyati (Gillick competence)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Caldicott vasiyligi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Chester qoidasi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Helsinki mezoni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Gillick qobiliyati (Gillick competence)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Bola davolanishning maqsadi, mohiyati, oqibati va xavfini anglasa, u Gillick qobiliyatiga ega hisoblanadi. Caldicott vasiyligi maxfiylikni himoya qiluvchi lavozim, Chester ishi xavf haqida ogohlantirish burchiga oid, Helsinki esa tajribalar deklaratsiyasi.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20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AQShda D. Karnegi rahbarligida o‘tkazilgan ijtimoiy tadqiqotga ko‘ra, inson faoliyatida (jumladan sog‘liqni saqlashda) muvaffaqiyatning necha foizi odamlar bilan muomala qila olish, ularga ta’sir ko‘rsatish qobiliyatiga bog‘liq?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15 foiz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50 foiz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85 foiz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70 foiz</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85 foiz</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Tadqiqotda muvaffaqiyatning atigi 15 foizi maxsus bilimga, qolgan 85 foizi muloqot qobiliyatiga bog‘liqligi aniqlangan. Shu sababli shifokor uchun muloqot madaniyati kasbiy bilim kabi muhim. Boshqa raqamlar manbada bunday ma’noda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34–35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Tibbiy etiket talablariga ko‘ra, shifokor ish jarayonida qaysi kiyim turini tanlagani afzal?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Kostyum kiyish va galstuk taqish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Mayka va jinsi shim kiyish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Zamonaviy liboslar va qimmatbaho zargarlik buyumlari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Yorqin kiyim va ko‘zga tashlanuvchi pardoz</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Kostyum kiyish va galstuk taqish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Manbada shifokorning ko‘rinishi bemorga ishonch uyg‘otishi kerakligi aytilgan va ish paytida kostyum hamda galstuk afzal ko‘rilgan. Mayka-jinsi, zargarlik buyumlari va yorqin pardoz esa mos kelmaydigan, yomon did belgisi sifatida qaralgan.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32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bemorlarga ismi bilan emas, kasalligi nomi bilan murojaat qiladi: «oshqozon yaradori», «astmatik». Manbaga ko‘ra, bunday muloqotning asosiy salbiy oqibati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Murojaat qisqa va aniq bo‘lgani uchun bemorning ishonchi ortadi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sirni saqlash talabi yanada mustahkamlanadi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Nutqdagi intonatsiya va ichki mazmun ahamiyatsiz bo‘lib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Bemor shaxsining boyligi kasallik doirasiga qisqartiriladi, salbiy his-tuyg‘u uyg‘onadi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Bemor shaxsining boyligi kasallik doirasiga qisqartiriladi, salbiy his-tuyg‘u uyg‘onadi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Kasallik nomi bilan chaqirish insonni faqat kasalligi bilan belgilab qo‘yadi va yoqimsiz taassurot qoldiradi. Boshqa variantlar manbadagi fikrga zid yoki unda bunday asoslanmagan.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34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og‘ir yuqumli kasallikka chalingan bemorning holatini biladi. Bemor oila a’zolariga aytishga rozilik bermayapti, ammo ularga real va yaqin xavf tahdid solmoqda. Bu xavfni faqat sirni ochish orqali bartaraf etish mumkin. Jahon tibbiyot uyushmasining Xalqaro tibbiy etika kodeksiga ko‘ra, qaysi javob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Maxfiylik mutlaq majburiyat, hech qanday holatda ochib bo‘lmaydi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Real va yaqin xavf bo‘lsa va uni faqat sirni ochish bilan yo‘qotish mumkin bo‘lsa, ochish axloqan joiz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bemorning yozma roziligi bo‘lgandagina ma’lumotni ochish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sud qarori bo‘lgandagina ma’lumotni ochish mumkin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Real va yaqin xavf bo‘lsa va uni faqat sirni ochish bilan yo‘qotish mumkin bo‘lsa, ochish axloqan joiz</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Kodeksda maxfiy ma’lumotni bemor roziligi bilan yoki bemor yoxud boshqalarga real va yaqin zarar tahdidi bo‘lib, uni faqat sirni buzish bilan yo‘qotish mumkin bo‘lganda ochish axloqiy ekani aytilgan. Shuning uchun maxfiylik muhim, lekin mutlaq emas; roziliksiz yoki sudsiz ochish ham ayrim hollarda joiz.</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Bemor shifokorga o‘z kasalligining tashxisi va prognozini bilishni istamasligini aytdi. Muhamedova darsligiga ko‘ra, shifokor qanday yo‘l tutishi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Majburlab, to‘liq ma’lumotni darhol aytadi, chunki bu shifokorning burchi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Prognozni birinchi navbatda qarindoshlariga aytadi, bemordan esa yashiradi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Bemor so‘ramaguncha majburlamaydi, lekin xabardor bo‘lish nega muhimligini tushuntiradi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Prognozni haqiqatdan ko‘ra yaxshiroq ko‘rsatib, optimizm bilan yumshatib aytadi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Bemor so‘ramaguncha majburlamaydi, lekin xabardor bo‘lish nega muhimligini tushuntiradi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Inson o‘z sog‘lig‘i holatini bilmaslik huquqiga ega va uning irodasiga qarshi ma’lumot berilmaydi. Shifokor faqat xabardor bo‘lish ahamiyatini tushuntirishi mumkin. Qarindoshlarga birinchi aytish va asossiz optimizm esa manbada to‘g‘ri yo‘l sifatida ko‘rsatilmagan va ziddiyat hamda ishonchsizlikka olib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51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hamkasbi qo‘ygan tashxis va davolash noto‘g‘ri ekanini aniqladi, bemor hozir shifoxonada. Muhamedova darsligida kasbiy hamjihatlik va tibbiy xatoga munosabat haqida aytilganiga ko‘ra, qaysi harakat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Avval bemorga qanday yordam berishni o‘ylaydi, so‘ng xatoni hamkasbi bilan yakka va ichkarida asosli muhokama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Bemor va qarindoshlari oldida hamkasbining malakasini shubha ostiga qo‘yib, xatoni ochiq aytadi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Korporativ hamjihatlikni saqlash uchun xatoga ko‘z yumadi va hech narsa demaydi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Bemorni boshqa shifokorga o‘tkazib, avvalgi barcha shifokorlarni aybdor deb e’lon qiladi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Avval bemorga qanday yordam berishni o‘ylaydi, so‘ng xatoni hamkasbi bilan yakka va ichkarida asosli muhokama qiladi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Xato isbotlansa, asosiy e’tibor bemorga yordam berishga qaratiladi, tanqid esa asosli bo‘lib, hamkasbning shaxsiga o‘tmasligi va yakka tartibda bildirilishi kerak. Hamjihatlik xatoga ko‘z yumishni anglatmaydi, bemor oldida hamkasbni obro‘sizlantirish esa axloqsizlik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35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o‘z klinikasiga bemorlarni ko‘proq jalb qilish maqsadida pasiyentlarga hamkasbining davosi noto‘g‘ri ekanini aytib, ularning o‘sha hamkasb bilan munosabatini susaytirmoqda. Jahon tibbiyot uyushmasining Xalqaro tibbiy etika kodeksiga ko‘ra bu xatti-harakat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Ruxsat etiladi, chunki shifokor har bir bemorga to‘liq sadoqat va barcha ilmiy imkoniyatlarini bag‘ishlashi shart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Faqat bemorning o‘zi bunga rozilik bergan taqdirdagina, hamkasbning munosabatiga putur yetkazmasdan ruxsat etiladi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Etika qoidasiga zid: shifokor bemor jalb qilish uchun hamkasbining bemor bilan munosabatini buzmasligi kerak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Bu faqat reklama va raqobat masalasi, shuning uchun tibbiy etika talablari unga tatbiq etilmaydi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Etika qoidasiga zid: shifokor bemor jalb qilish uchun hamkasbining bemor bilan munosabatini buzmasligi kerak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Kodeksda shifokor hamkasblari bilan o‘ziga qanday munosabat kutsa, shunday munosabatda bo‘lishi va bemor jalb qilish uchun hamkasbining bemor bilan munosabatini susaytirmasligi belgilangan. Qolgan variantlar bu qoidani yoki uning mohiyatini noto‘g‘ri talqin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Bemor ishdan vaqtincha ozod etilishi uchun ma’lumotnoma so‘radi. Shifokor uni shaxsan ko‘rmagan, faqat hamkasbi og‘zaki aytganiga tayanmoqda. Jahon tibbiyot uyushmasining shifokor umumiy majburiyatlariga ko‘ra, u qanday yo‘l tutishi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Shaxsan tekshirmagan holatni tasdiqlamasligi kerak, chunki faqat o‘zi tekshirgan narsanigina tasdiqlash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Hamkasbiga ishonib imzolashi mumkin, chunki kasbiy hamjihatlik tasdiqlashda o‘zaro ishonchni taqozo 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Bemor ma’lumotnomani kasbiy sir sifatida iltimos qilgan bo‘lsa, imzolashi mumkin, sirni saqlash ustun turadi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Ma’lumotnoma bemorning ish joyidagi manfaatiga xizmat qilsa, imzolashi etik jihatdan oqlanadi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Shaxsan tekshirmagan holatni tasdiqlamasligi kerak, chunki faqat o‘zi tekshirgan narsanigina tasdiqlash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Kodeksga ko‘ra shifokor faqat o‘zi shaxsan tekshirib aniqlagan narsanigina tasdiqlaydi. Hamkasbga ishonish, bemor manfaati yoki sir saqlash bu talabni o‘zgartirmaydi.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Muolajadan so‘ng bemor aniq xabardor bo‘lgan holda shifokor umumiy foyda keltirmaydi deb hisoblagan davoni talab qilmoqda. Rozilik bo‘yicha manbadagi bosqichlarga muvofiq shifokor qanday harakat qilishi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Davoni albatta tayinlashi kerak, chunki bemorning avtonomiyasi shifokorning kasbiy bahosidan har doim ustun turadi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Davoni jimgina tayinlab qo‘yishi kerak, shunda nizo kelib chiqmaydi va bemor bilan ishonch saqlanadi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Davoni rad etishi mumkin va sababni tushuntirishi shart emas, chunki klinik qaror faqat shifokorga tegishli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Davoni tayinlashga majbur emas, lekin bemorga o‘z sabablarini tushuntirishi kerak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Davoni tayinlashga majbur emas, lekin bemorga o‘z sabablarini tushuntirishi kerak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Bemor tanlash huquqiga ega, biroq umumiy foydasiz deb topilgan davoni berish shifokorning majburiyati emas. Shu bilan birga shifokor rad etish sabablarini bemorga tushuntirishi lozim.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20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Bemorga jiddiy jarrohlik amaliyoti taklif qilindi. U yaqinlaridan maslahat so‘radi, ular rozi bo‘lishni aytdi, bemor ham rozi bo‘ldi. Muhamedova qo‘llanmasiga ko‘ra, uning yakuniy qarori qanday holatda o‘zining erkin qarori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yaqinlarining fikri shifokorning taklifiga to‘liq mos kelgan taqdirda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Agar yaqinlarining maslahatini buyruq deb emas, qaror uchun qo‘shimcha ma’lumot deb qabul qilgan bo‘lsa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Agar bemor shifokordek barcha maxsus tibbiy bilimlarni to‘liq egallagan bo‘lsa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Agar bemor shifokor obro‘siga umuman tayanmasdan, qarorni mustaqil qabul qilgan bo‘lsa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Agar yaqinlarining maslahatini buyruq deb emas, qaror uchun qo‘shimcha ma’lumot deb qabul qilgan bo‘lsa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Bemor ishning mohiyatini tushunsa kifoya, maxsus bilimlarga ega bo‘lishi shart emas. Yaqinlari maslahati qo‘shimcha ma’lumot sifatida olinsa va shifokor obro‘siga tayanilsa ham, qaror bemorning o‘ziniki bo‘lib qoladi.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1.4-band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Sug‘urta kompaniyasi shifokordan bemorning to‘liq kasallik tarixini so‘ramoqda. Bemor bilan bu haqda hali gaplashilmagan, so‘rov davolash yoki audit bilan bog‘liq emas. Manbaga ko‘ra qaysi yo‘l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Bu klinik yordamning davomi hisoblanadi, shuning uchun ma’lumot bemor roziligisiz berilishi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Bemorning aniq roziligini olib, ma’lumot hajmini bildirib, faqat xolis, tegishli va so‘ralgan doiradagi ma’lumotni berish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Kasallik tarixini to‘liq yuborish, chunki qisman ma’lumot berish sug‘urta qarorini noto‘g‘ri yo‘naltirishi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Sirni hech qanday sharoitda oshkor qilmaslik, sug‘urta so‘rovi ko‘rib chiqilmaydi, bemorga ham aytilmaydi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Bemorning aniq roziligini olib, ma’lumot hajmini bildirib, faqat xolis, tegishli va so‘ralgan doiradagi ma’lumotni berish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Klinik yordam va auditdan tashqari maqsadlarda, masalan sug‘urta da’vosi uchun, shifokor maxsus rozilik so‘rashi, bemorga ma’lumot hajmini bildirishi va faqat tegishli, cheklangan ma’lumot berishi kerak. Mutlaq taqiq ham, to‘liq tarixni yuborish ham to‘g‘ri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18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Shifokorga siyosiy qarashlari uning o‘z qarashlariga qarama-qarshi bo‘lgan bemor murojaat qildi. Shifokor bu bemorga yordam berishni xohlamayapti. Jeneva deklaratsiyasining (2006-yilgi tahrir) qasamiga ko‘ra, qanday yo‘l tutish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Bemorni rad etishga haqli, chunki shifokorning shaxsiy e’tiqodi ham uning kasbiy erkinligi doirasiga kiradi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Siyosiy mansubligi shifokor burchi bilan bemor o‘rtasiga tushishiga yo‘l qo‘ymaslik, ya’ni uni oddiy bemor kabi davolash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Faqat shoshilinch holatda davolash, boshqa vaziyatlarda esa siyosiy qarashlar hisobga olinishi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Davolashni boshqa shifokorga topshirib, o‘z qarashlari sababini bemorga aytib qo‘yish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Siyosiy mansubligi shifokor burchi bilan bemor o‘rtasiga tushishiga yo‘l qo‘ymaslik, ya’ni uni oddiy bemor kabi davolash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Deklaratsiyada shifokor yosh, kasallik, e’tiqod, siyosiy mansublik va boshqa omillar o‘zining burchi bilan bemor o‘rtasiga tushishiga yo‘l qo‘ymaslikka qasam ichadi. Shaxsiy qarashlar yoki faqat shoshilinch holatlarga cheklash bu qoidaga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13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Shifokorga dori ishlab chiqaruvchi kompaniya vakili taklif qildi: u bemorlarga aynan shu kompaniyaning preparatini tayinlasa, har bir retsept uchun foizli mukofot oladi. Jahon tibbiyot uyushmasining Xalqaro tibbiy etika kodeksiga ko‘ra qaysi yo‘l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Mukofotni qabul qilish mumkin, agar preparat bemorga zarar keltirmasa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Mukofotni qabul qilish mumkin, agar miqdori bemorga oldindan aytilgan bo‘lsa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Taklifni rad etish: faqat bemorlarni yo‘llash yoki muayyan mahsulotni tayinlash evaziga moliyaviy foyda olish mumkin emas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Mukofotni qabul qilish mumkin, agar u hamkasblar bilan teng bo‘lishilsa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Taklifni rad etish: faqat bemorlarni yo‘llash yoki muayyan mahsulotni tayinlash evaziga moliyaviy foyda olish mumkin emas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Kodeksga ko‘ra shifokor faqat bemorlarni yo‘llagani yoki aniq mahsulotni tayinlagani uchun hech qanday moliyaviy foyda yoki rag‘bat olmasligi kerak. Boshqa variantlar foydani zararsizlik, oshkoralik yoki bo‘lishish bilan oqlashga urinadi, lekin kodeks bunday istisno nazarda tutmaydi.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korxona rahbariyati buyurtmasi bilan xodimlarni tibbiy ko‘rikdan o‘tkazmoqda. Jahon tibbiyot uyushmasining Xalqaro tibbiy etika kodeksiga ko‘ra, ko‘rikdan oldin u nima qilishi shart?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Ko‘rik uchinchi tomon nomidan o‘tkazilayotganini bemorga to‘liq tushuntirib, vaziyatdan to‘liq xabardor qilish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Ko‘rikni oddiy davolovchi shifokor sifatida o‘tkazib, buyurtmachi haqida natijadan keyin aytish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Buyurtmachi haqida aytmaslik, chunki tibbiy sir shifokorni uchinchi tomondan to‘liq himoya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To‘liq tibbiy hujjatni rahbariyatga berish, chunki ko‘rik aynan uning buyurtmasi bilan o‘tmoqda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Ko‘rik uchinchi tomon nomidan o‘tkazilayotganini bemorga to‘liq tushuntirib, vaziyatdan to‘liq xabardor qilish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Shifokor uchinchi tomon uchun ish ko‘rganda bemor bu holatni to‘liq bilishi kerak. Keyinroq xabar berish yoki yashirish bemor erkinligiga zid. Hujjatni rozilik va cheklovlarsiz topshirish esa maxfiylik talabini buzadi.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Umumiy amaliyot shifokori kamdan-kam uchraydigan holatdagi bemorni ko‘rdi. Tekshiruv va davo uning malakasi doirasidan chiqayotgani aniq. Jahon tibbiyot uyushmasining kodeksiga ko‘ra, u qanday harakat qilishi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Bemorni boshqaga yubormay, o‘zi davolashni davom ettirish: yo‘llash ishonchni susaytiradi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Faqat alomatlarga qarshi davo tayinlab, bemorni keyingi ko‘rikka kutishga yo‘llash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Bemorga bildirmay, tashxis bo‘yicha hamkasbining nomini retseptga yashirincha yozib qo‘yish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Zarur qobiliyatga ega boshqa shifokor bilan maslahatlashish yoki bemorni unga yo‘llash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Zarur qobiliyatga ega boshqa shifokor bilan maslahatlashish yoki bemorni unga yo‘llash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Kodeksga ko‘ra shifokor bemorga to‘liq sadoqat va barcha ilmiy imkoniyatni bag‘ishlashi lozim; tekshiruv yoki davo uning qobiliyatidan tashqarida bo‘lsa, malakali hamkasb bilan maslahatlashadi yoki bemorni unga yo‘llaydi. Boshqa variantlar bemor manfaatini obro‘ yoki sir tutish ortiga qo‘yadi.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14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Ikki kishi «yaxshilik qil» tamoyiliga amal qilib buyrak berishni o‘ylamoqda: biri butunlay notanish bemorga, ikkinchisi o‘z farzandiga. Muhamedova qo‘llanmasiga ko‘ra, ularning majburiyati haqida qaysi fikr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Ikkala holatda ham majburiyat bir xil, chunki tamoyil universal va maxsus munosabatlarga bog‘liq emas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Ota yoki ona farzandiga bersa, ijtimoiy vazifa tufayli bu ko‘proq majburiy; notanishga berish esa majburiyat emas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Notanishga berish ko‘proq majburiy, chunki bunda manfaat bo‘lmagani uchun yaxshilik sof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Ikkalasi ham majburiy emas, chunki yaxshilik qilish tamoyili hech qachon ahamiyatga ega bo‘lmaydi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Ota yoki ona farzandiga bersa, ijtimoiy vazifa tufayli bu ko‘proq majburiy; notanishga berish esa majburiyat emas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Manbada maxsus munosabatlar (masalan, ota-onalik) yaxshilik qilish majburiyatini kuchaytirishi, notanish odamga bunday qurbonlik talab qilinmasligi aytilgan. Shuningdek, bunday donorlikni qonunchilik taqiqlaydi. Birinchi va uchinchi variantlar maxsus munosabatlar rolini inkor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Ginekolog ko‘krak bezini ko‘rishdan oldin bemorga hamroh (chaperone) bo‘lishini taklif qildi, bemor bunga rozi bo‘lmadi. Ko‘rik talabi o‘rinli. Qo‘llanmaga ko‘ra, shifokor keyingi qadamda nima qilishi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Ko‘rikni to‘xtatib, bemorni boshqa kunga yozish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Rad etishni inobatga olmay, hujjatda faqat ko‘rik natijasini qayd etish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Ko‘rikni bemor ruxsati va tushuntirish bilan davom ettirib, hamroh taklif qilingani va rad etilganini yozib qo‘yish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Bemorni ko‘rik uchun hamroh bo‘lishiga majburan ko‘ndirish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Ko‘rikni bemor ruxsati va tushuntirish bilan davom ettirib, hamroh taklif qilingani va rad etilganini yozib qo‘yish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Intim ko‘rik qoidalariga ko‘ra hamroh taklif qilinadi, bemor istamasa, taklif qilingani va rad etilgani yozuvga kiritiladi. Majburlash yoki ko‘rikni sababsiz to‘xtatish talab qilinmaydi. Natijalarni yozib, taklifni qayd etmaslik esa shifokorning keyingi himoyasini zaiflashtiradi.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16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Voyaga yetgan, aqli raso bemor diniy e’tiqodi tufayli qon quyishni rad etmoqda, shifokor esa bu o‘limga olib kelishini biladi. Jahon tibbiyot uyushmasi kodeksi va rozilik tamoyiliga ko‘ra qaysi yo‘l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Xavf va oqibatlarni tushuntirgach, vakolatli bemorning rad etishini hurmat qilib, qaror qabul qilish yo‘lini yozuvda aks ettirish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Hayotni saqlash uchun qon quyish, chunki zarar yetkazmaslik tamoyili bemor erkinligidan ustun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Bemorning o‘rniga qarorni yaqinlaridan so‘rab qabul qilish, chunki ular aqli raso bemorning qarorini o‘zgartirishi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Rad etishni e’tiborsiz qoldirib, davolashni boshqa shifokorga bildirmay kechiktirish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Xavf va oqibatlarni tushuntirgach, vakolatli bemorning rad etishini hurmat qilib, qaror qabul qilish yo‘lini yozuvda aks ettirish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Shifokor vakolatli bemorning davolanishni qabul qilish yoki rad etish huquqini hurmat qilishi, bemor qarori unga mantiqsiz tuyulsa ham, uni inobatga olishi kerak. Qarorga kelish yo‘li yozib qo‘yiladi. Bu holat erkinlik va yaxshilik tamoyillari to‘qnashuviga misol, ammo aqli raso bemor uchun hal qiluvchisi uning o‘z qarori.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17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Muhamedova Z.M. Bioetika (o‘quv qo‘llanma, falsafa fakulteti), Toshkent, 2006. 2006. I bob 1.4 «Bioetikaning asosiy tamoyillari va modellari» (tibbiyot etikasi tamoyillari va modellari, paternalizm, bemor erkinligini hurmat qilish, bioetika modellari)</a:t>
            </a:r>
          </a:p>
          <a:p>
            <a:pPr>
              <a:spcAft>
                <a:spcPts val="1200"/>
              </a:spcAft>
            </a:pPr>
            <a:r>
              <a:rPr sz="1800">
                <a:solidFill>
                  <a:srgbClr val="1F2937"/>
                </a:solidFill>
                <a:latin typeface="Calibri"/>
              </a:rPr>
              <a:t>▸  Muxamedova Z.M. Bioetika (darslik), Toshkent. 2021. II bob (21-40); III bob oxiri (50-61)</a:t>
            </a:r>
          </a:p>
          <a:p>
            <a:pPr>
              <a:spcAft>
                <a:spcPts val="1200"/>
              </a:spcAft>
            </a:pPr>
            <a:r>
              <a:rPr sz="1800">
                <a:solidFill>
                  <a:srgbClr val="1F2937"/>
                </a:solidFill>
                <a:latin typeface="Calibri"/>
              </a:rPr>
              <a:t>▸  Payne-James J., Jones R., Karch S.B., Manlove J. Simpson's Forensic Medicine, 13th ed.. 2011. Chapter 2. The ethics of medical practice, pp. 12–23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