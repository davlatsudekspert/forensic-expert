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mashgʻulot: O‘q otar qurollardan yetkazilgan jarohatlardan o‘lim hollarida sud-tibbiy ekspertiza. Portlash travmasi.</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Qora poroxning 1 g yonganda taxminan 300 sm³ gazsimon modda hosil bo‘ladi. Tutunsiz poroxda gaz hosil bo‘lishi qora poroxga nisbatan necha barobar ko‘p?</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 barobar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 barobar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 barobar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barobar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3 barobar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Tutunsiz poroxda gaz hajmi qora poroxnikidan uch barobar ko‘p. Shu sababli o‘qqa beriladigan energiya kattaroq bo‘ladi va o‘q uzoqdagi nishonni yaxshiroq shikastlaydi. Boshqa raqamlar manbada ko‘rsatilmagan.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83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O‘q otar jarohatning kirish teshigi chetlarida shilinish va ifloslanish hoshiyalari birinchi marta kim tomonidan va qaysi yilda tavsiflangan?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N.I.Pirogov, 1865 yil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N.I.Pirogov, 1849 yil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L.M.Eydlin, 1932 yil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I.V.Vinogradov, 1952 yil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N.I.Pirogov, 1865 yil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Shilinish va ifloslanish hoshiyalari Pirogovning 1865 yildagi harbiy-dala jarrohligi asarida keltirilgan. 1849 yil esa Pirogov to‘qima defektini (minus-to‘qima) tavsiflagan sana. Eydlin kirish teshigi atrofidagi metall xalqasini, Vinogradov esa qurum fenomenini o‘rgangan.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91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Yassi suyakning o‘q otar shikastlanishida o‘q kirgan sohada kesik konus shaklidagi defekt hosil bo‘ldi. Snaryad qaysi yo‘nalishda harakatlangan?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Katta asosdan kichik asos tomonga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Konus o‘qiga ko‘ndalang, yon tomonga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Asoslar nisbatiga qarab yo‘nalishni aniqlab bo‘lmaydi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Kichik asosdan katta asos tomonga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Kichik asosdan katta asos tomonga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Yassi suyakda kirish tomonida defekt kesik konus shaklida bo‘ladi. Konusning kichik asosi o‘q kirgan, katta asosi esa chiqqan tomonga qaragan. Shuning uchun konusning kengayish tomoniga qarab yara kanalining yo‘nalishini aniqlash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92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Silliq stvolli ov miltig‘idan otilgan sochmali patron jarohatida ekspert bitta asosiy kirish teshigini topdi. Uning atrofida alohida sochmalardan hosil bo‘lgan mayda dumaloq yaralar bor. Bu qaysi ta’sir turiga va taxminan qaysi masofaga to‘g‘ri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Kompakt ta’sir, 1 metrgacha masofa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Nisbiy tarqalma ta’sir, 5 metrgacha masofa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Tarqalma ta’sir, 5 metrdan uzoq masofa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Kompakt ta’sir, stvol tanaga tiralgan holat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Nisbiy tarqalma ta’sir, 5 metrgacha masofa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Nisbiy tarqalma ta’sirda sochmalar hali to‘liq yoyilmaydi. Natijada kompakt ta’sirdagidek bitta asosiy teshik va uning atrofida mayda yaralar hosil bo‘ladi, bu 5 metrgacha masofada kuzatiladi. Kompakt ta’sirda faqat bitta teshik bo‘ladi, tarqalma ta’sirda esa asosiy teshik yo‘qoladi.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93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Snaryadsiz (bo‘sh) patron bilan bir necha santimetr masofadan otilganda qanday jarohat aniqlanadi?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Chetlari yoriqli katta to‘qima defekti va ichki a’zolar yorilishi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Bosh miya pardalari ostiga qon quyilishlar bilan kechadigan ko‘r yara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Terining mayda yuzaki yorilishlari va qurum hamda porox zarrachalari bilan qoplangan doira shaklidagi shilinma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Yara kanali 10–15 sm bo‘lgan chuqur ko‘r yara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Terining mayda yuzaki yorilishlari va qurum hamda porox zarrachalari bilan qoplangan doira shaklidagi shilinma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 necha santimetr masofadan snaryadsiz patron jiddiy jarohat etkazmaydi, faqat yuzaki o‘zgarishlar bo‘ladi. Boshqa variantlardagi og‘ir o‘zgarishlar tirab otilganda porox gazlarining ta’siridan kelib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94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Portlash holatlarida baroakustik travma asosan atrof-muhit zarb to‘lqini ta’sirida bosimning keskin o‘zgarishidan vujudga keladi. Bunda qaysi a’zolar shikastlanishi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Jigar va taloq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Quloqning nog‘ora pardasi va o‘pkalar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Qizilo‘ngach va siydik pufagi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Ko‘z shox pardasi va tish emali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Quloqning nog‘ora pardasi va o‘pkalar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Zarb to‘lqinidagi keskin bosim o‘zgarishi havo bo‘lgan a’zolarga, ya’ni quloq nog‘ora pardasi va o‘pkalarga ta’sir qiladi. Boshqa variantlardagi a’zolar baroakustik travmaning tipik nishoni sifatida manbada ko‘rsatilmagan.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101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Porox yonganda patronning cheklangan bo‘shlig‘ida katta gaz bosimi hosil bo‘ladi. Bu bosim silliq stvolli va o‘yiqli stvolli qurollarda atmosfera (atm.) birligida qaysi javobda to‘g‘ri berilgan?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Silliq stvolli qurollarda 2000–3000 atm., o‘yiqli stvolli qurollarda 400–700 atm.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Silliq stvolli qurollarda 400–700 atm., o‘yiqli stvolli qurollarda 2000–3000 atm.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Silliq stvolli qurollarda 100–200 atm., o‘yiqli stvolli qurollarda 700–1000 atm.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Ikkala turdagi qurolda ham bosim taxminan 400–700 atm. atrofida bo‘ladi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Silliq stvolli qurollarda 400–700 atm., o‘yiqli stvolli qurollarda 2000–3000 atm.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Silliq stvolli qurollarda bosim ancha past (400–700 atm.), o‘yiqli stvolli qurollarda esa 2000–3000 atm.ga yetadi, shuning uchun o‘yiqli qurollarda snaryad tezligi ham ancha yuqori. Qolgan variantlar ko‘rsatkichlarni almashtirgan yoki asossiz raqamlar bergan.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83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Qurol stvolining uchi tanaga burchak ostida tirab otildi (qiyalab tirab otish). Kirish teshigi atrofida qaysi manzara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Stvol uchi kesimiga mos, butun aylana bo‘ylab bir xil bosma iz va barcha tomonda teng yoriqlar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Qo‘shimcha omillar belgilarining mutlaqo yo‘qligi, faqat o‘qning o‘z ta’siri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Qurum va porox zarrachalarining teshik atrofida simmetrik, doira shaklida tarqalishi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Teri yoriqlari va qurum, porox, metall zarrachalarining faqat o‘tmas burchak tomonida ‘tilsimon’ joylashishi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Teri yoriqlari va qurum, porox, metall zarrachalarining faqat o‘tmas burchak tomonida ‘tilsimon’ joylashishi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Qiyalab tirab otishda qo‘shimcha omillarning faqat bir qismi yara kanaliga kiradi, qolgani stvol va teri orasidagi ochiq burchak tomonga chiqadi. Shu sababli yoriqlar va zarrachalar bir tomonda, tilsimon shaklda aniqlanadi. Simmetrik manzara to‘liq tirab otishga yoki yaqin distansiyaga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87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Murda ekspertizasida o‘q otar jarohatning yara kanali uzlukli ekanligi aniqlandi. Bu holat odatda nimadan dalolat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Shikastlanish tirik organizmda, to‘qimalar qisqarishi mumkin bo‘lgan paytda etkazilganidan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Otish tirab, stvol uchini tanaga zich bosib amalga oshirilganidan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avtomatik quroldan etkazilganidan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Snaryad tanaga kirishdan oldin to‘siqqa tekkanidan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Shikastlanish tirik organizmda, to‘qimalar qisqarishi mumkin bo‘lgan paytda etkazilganidan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Uzlukli kanal kanal bo‘ylab joylashgan to‘qimalarning qisqarishi natijasida hosil bo‘ladi, shuning uchun u jarohatning hayotiyligidan, ya’ni tiriklik vaqtida etkazilganidan dalolat beradi. Qolgan variantlar kanalning uzluksizligi bilan bog‘liq emas, ular distansiya, qurol turi yoki to‘siq haqidagi boshqa belgilarga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90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Porox portlovchi moddalarning qaysi guruhiga kiradi va uning o‘q otar qurol patronida qo‘llanishiga qanday xususiyat imkon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Birlamchi (initsial) guruhga kiradi; turli ta’sirlarga juda sezgir bo‘lgani uchun uni patronda qo‘llash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Ikkilamchi (brizant) guruhga kiradi; detonatsiya ta’sirida qo‘zg‘alishi tufayli patronda qo‘llanadi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Tarqatuvchi guruhga kiradi; detonatsiyaga uchramay, yonish yo‘li bilan parchalanadi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Pirotexnik tarkiblar guruhiga kiradi; anorganik oksidlovchi va yonilg‘i aralashmasidan iborat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Tarqatuvchi guruhga kiradi; detonatsiyaga uchramay, yonish yo‘li bilan parchalanadi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Porox tarqatuvchi portlovchi modda hisoblanadi: u detonatsiyaga uchramaydi, balki yonib parchalanadi, shuning uchun snaryadni stvoldan itarib chiqarishga yaraydi. Birlamchi moddalar kapsyul va detonatorlarda, brizantlar snaryad va bombalarda, pirotexnik tarkiblar esa signal raketalarida ishlatiladi.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99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Gaz ballonining portlashida jabrlanganda asosiy jarohatlar qaysi omil ta’sirida etkaziladi?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Bug‘ bilan kuyishga o‘xshash termik ta’sir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Atrof-muhitning zarb to‘lqini ta’siri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Portlovchi moslamaga joylashtirilgan maxsus shikastlovchi vositalar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Ballon devorining bo‘laklari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Ballon devorining bo‘laklari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Zaryadsiz moslamalarda jarohat turi portlagan moslamaning turiga bog‘liq. Gaz ballonida asosiy shikast ballon devori bo‘laklaridan, bug‘ qozonida esa asosan termik ta’sirdan kelib chiqadi. Maxsus shikastlovchi vositalar ballonda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101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L.M. Eydlin 1932 yilda kirish teshigi atrofidagi metall xalqasini topgan. U qo‘rg‘oshinli o‘q bo‘lsa, qo‘rg‘oshinni eng uzog‘i bilan qaysi masofadan ham aniqlash mumkinligini ko‘rsatgan?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50–60 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5–6 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100–120 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500–600 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50–60 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Eydlin qo‘rg‘oshinli o‘q otilganda kirish teshigi atrofida metall xalqasi qoladi va qo‘rg‘oshinni hatto 50–60 m masofadan ham aniqlash mumkin, degan. Boshqa raqamlar manbada ko‘rsatilmagan va haddan tashqari kichik yoki katta.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201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Darslikda keltirilgan tasnifga ko‘ra bug‘ qozonlari va gaz ballonlarining portlashi portlashning qaysi turiga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Tabiiy portlashlar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Qasddan portlashlar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Tasodifiy portlashlar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Pirotexnik portlashlar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Tasodifiy portlashlar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Portlashlar tabiiy (yashin, vulqon, meteorit), qasddan (portlovchi moddalar, pirotexnik tarkiblar) va tasodifiy (gaz ballonlari, bug‘ qozonlari) turlarga bo‘linadi. Bug‘ qozoni va gaz ballonining portlashi odamning niyatisiz yuz beradi, shuning uchun u tasodifiy portlash hisoblanadi. “Pirotexnik portlashlar” esa alohida tur sifatida ajratilmagan.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98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Portlovchi moddaning detonatsiyasi uning oddiy yonishidan qaysi belgisi bilan farqlanadi?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O‘zgarish zarb to‘lqini ta’sirida kechadi, tezligi bir necha ming m/sek.ga etadi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O‘zgarish doim sekin kechadi va faqat yopiq muhitda boshlanadi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O‘zgarish faqat tutunli poroxga xos bo‘lib, gaz bosimi hosil qilmaydi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O‘zgarish yonish orqali kechadi va tezligi 400 m/sek.dan oshmaydi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O‘zgarish zarb to‘lqini ta’sirida kechadi, tezligi bir necha ming m/sek.ga etadi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Detonatsiyada modda zarb to‘lqini ta’sirida o‘zgaradi. Jarayon bir necha ming m/sek. tezlikda boradi va juda katta gaz bosimi hosil bo‘ladi (trotilda yuz ming atmosferadan ortiq). Yonish esa nisbatan sekin kechadi, qora poroxda ham yopiq muhitda tezlik 400 m/sek.ga etadi. Boshqa variantlar yonishga xos yoki umuman noto‘g‘ri.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98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Uzun naysimon suyak diafizining bir tomonida radial darzli dumaloq defekt, qarama-qarshi tomonida esa kattaroq defekt va undan uzunasiga yo‘nalgan darzlar topildi. Snaryadning harakat yo‘nalishi qanday?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Kattaroq defektli tomondan radial darzli dumaloq defekt tomonga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 tomon ham kirish hisoblanadi, chunki o‘q suyakda ikkiga bo‘lingan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Dumaloq defekt tomoni chiqish, chunki kirish teshigi doim kattaroq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Radial darzli dumaloq defekt tomondan kattaroq defektli tomonga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Radial darzli dumaloq defekt tomondan kattaroq defektli tomonga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Naysimon suyakda o‘q kirgan tomonda radial darzlari bor dumaloq defekt bo‘ladi. Chiqqan tomonda defekt kattaroq, darzlari uzunasiga yo‘nalgan. Demak, snaryad dumaloq defektli tomondan katta defektli tomonga harakatlangan. Qolgan variantlar kirish va chiqish belgilarini teskari yoki noto‘g‘ri talqin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92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Makarov pistoletidan 120 sm masofadan otilgan. Jabrlanganning kiyimida kirish teshigi atrofida porox va metall zarrachalari aniqlandi, qurum va porox gazlari ta’siri belgilari yo‘q. Bu holat yaqin distansiyaning qaysi zonasiga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Birinchi zonaga, chunki barcha qo‘shimcha omillar birga ta’sir etgan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Uchinchi zonaga, chunki bu zona Makarovda 150 sm.gacha davom 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Ikkinchi zonaga, chunki porox zarrachalari faqat shu zonada uchraydi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Yaqin bo‘lmagan distansiyaga, chunki masofa 1 metrdan oshgan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Uchinchi zonaga, chunki bu zona Makarovda 150 sm.gacha davom etadi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Birinchi zona Makarovda taxminan 1 sm, ikkinchi zona odatda 25–35 sm bilan tugaydi. 120 sm bu ikkala zonadan tashqarida. Faqat porox va metall zarrachalari qoladigan uchinchi zona esa Makarovda 150 sm.gacha cho‘ziladi. Shu sababli 120 sm uchinchi zonaga to‘g‘ri keladi va otish hali yaqin distansiyaga kiradi.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88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Portlash natijasida jabrlanganning portlash markaziga qaragan yuzasida turli mexanik jarohatlar bor. Qarama-qarshi yuzasida ham jarohatlar topildi. Ekspert shu jarohatlarning hosil bo‘lish mexanizmini qanday baholaydi?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Atrof-muhit zarb to‘lqini to‘g‘ridan-to‘g‘ri shu yuzaga ta’sir etgan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Tananing atrofdagi jismlarga urilishi yoki yiqilishi natijasida paydo bo‘lgan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Portlash gazlarining kimyoviy ta’siri tufayli karboksigemoglobin hosil bo‘lgan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Portlovchi moslamaning bo‘laklari tananing orqasidan kirib kelgan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Tananing atrofdagi jismlarga urilishi yoki yiqilishi natijasida paydo bo‘lgan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Zarb to‘lqini cheklanmagan yassi yuzali o‘tmas jism kabi ta’sir qiladi va mexanik jarohatlarni portlash markazi tomonidagi yuzada hosil qiladi. Qarama-qarshi yuzadagi shikastlar esa odatda tananing otilib atrofdagi jismlarga urilishi yoki yiqilishi bilan bog‘liq. Karboksigemoglobin kimyoviy ta’sir belgisi bo‘lib, mexanik jarohatlarni tushuntirmaydi.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100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Bosh suyagining yassi suyagida ikkita o‘q otar defekt bor. A defektdan boshlangan darz chiziqlari B defektdan boshlangan darzlarga yetib, ularni kesib o‘tmasdan tugaydi. Jarohatlar qanday ketma-ketlikda etkazilgan?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jarohat avval, B jarohat keyin etkazilgan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 jarohat bir vaqtda etkazilgan, chunki darzlar uchrashgan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Ketma-ketlikni darz chiziqlari bo‘yicha aniqlab bo‘lmaydi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 jarohat avval, A jarohat keyin etkazilgan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B jarohat avval, A jarohat keyin etkazilgan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Keyingi defektdan boshlangan darz chiziqlari avvalroq hosil bo‘lgan jarohatning darzlarini kesib o‘tmaydi, ularga yetib to‘xtaydi. A defektning darzlari B ning darzlarida tugagani uchun A keyin, B esa avval etkazilgan. Ikkinchi va uchinchi variantlar bu qoidaga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97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Ekspert bilak sohasidagi teshib o‘tgan o‘q otar jarohatning chiqish teshigida konussimon to‘qima defektini aniqladi; defektning uchi tashqariga qaragan. Bu holatni qaysi javob to‘g‘ri izohlaydi?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O‘q chiqishda porox gazlari bilan birga harakatlangani uchun, chiqish teshigida doim shunday defekt hosil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Bu teshik aslida kirish teshigi, chunki konus uchi tashqariga qaragan defekt faqat kirish teshigiga xos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Tananing qalin bo‘lmagan sohasida o‘q chiqishda ham katta energiyani saqlagan va yulma ta’sir ko‘rsatgan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O‘q suyakka urilib parchalangan va ponasimon ta’sir natijasida chiqish sohasida to‘qima defekti hosil bo‘lgan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Tananing qalin bo‘lmagan sohasida o‘q chiqishda ham katta energiyani saqlagan va yulma ta’sir ko‘rsatgan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Chiqish teshigi uchun to‘qima defekti odatda xos emas. Faqat bilak, elka kabi yupqa sohalarda o‘q chiqishda ham katta energiyasini saqlab qoladi va yulma ta’sir qilib, uchi tashqariga qaragan konussimon defekt hosil qiladi. Kirish teshigidagi defektning uchi esa ichkariga qaragan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93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Murdaning chap yon tomonida bir-biriga yaqin joylashgan 7 ta kirish teshigi topildi. Teshiklarning shakli va o‘lchami bir xil, yara kanallari bir yo‘nalishda, otish distansiyasi belgilari ham o‘zaro farqlanmaydi. Ekspertning qaysi xulosasi eng asosli?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Jarohatlar avtomatik quroldan etkazilgan bo‘lishi mumkin, chunki bunday qurolda teshiklar shakli, o‘lchami, kanal yo‘nalishi va distansiyasi farqlanmaydi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Jarohatlar kamida yettita turli quroldan etkazilgan, chunki har bir kirish teshigi alohida o‘q otishni bildiradi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Jarohatlar silliq stvolli ov quroldan sochmali patron bilan etkazilgan, chunki sochmalar bir tomonga tarqaladi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Jarohatlar pnevmatik quroldan etkazilgan, chunki bu qurolda ko‘p sonli bir xil yara kanallari hosil bo‘ladi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Jarohatlar avtomatik quroldan etkazilgan bo‘lishi mumkin, chunki bunday qurolda teshiklar shakli, o‘lchami, kanal yo‘nalishi va distansiyasi farqlanmaydi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Avtomatik quroldan bir minutda 900 tagacha o‘q otilishi mumkin. Natijada tananing bir tomonida ko‘p sonli, yaqin joylashgan, bir xil ko‘rinishdagi jarohatlar paydo bo‘ladi. Sochmali patron bir nechta kirish teshigi bilan birga markaziy teshik yoki tarqoq mayda yaralar beradi, pnevmatik qurolda esa bunday ko‘p sonli kanal xarakterli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97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Ikki alohida holatda jabrlanganga 2 sm masofadan o‘q uzilgan: birida Makarov pistoleti, ikkinchisida 7,62 kalibrli Kalashnikov avtomati ishlatilgan. Yaqin distansiya zonalari bo‘yicha qaysi javob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Ikkala holatda ham birinchi zona: porox gazlari ta’siri belgilari aniqlanadi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 holatda ham ikkinchi zona: porox gazlari ta’siri belgilari aniqlanmaydi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Makarovda birinchi zona, Kalashnikovda ikkinchi zona, chunki avtomat stvoli uzunroq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Makarovda ikkinchi zona (gaz belgilari yo‘q), Kalashnikovda esa birinchi zona (gaz belgilari bor)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Makarovda ikkinchi zona (gaz belgilari yo‘q), Kalashnikovda esa birinchi zona (gaz belgilari bor)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Birinchi zona uzunligi Makarov pistoleti uchun 1 sm atrofida, Kalashnikov avtomati uchun 3 sm gacha. Shuning uchun 2 sm masofa Makarov uchun birinchi zonadan tashqarida (ikkinchi zona), avtomat uchun esa hali birinchi zona ichida bo‘ladi. Demak, bir xil masofa turli qurollarda turli distansiya belgilarini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88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Murdada o‘q kirish teshigi topildi, uning atrofida qurum, porox va metall zarrachalari yo‘q. Voqea tafsilotiga ko‘ra, jabrlangan otish paytida eshikning narigi tomonida orqasi bilan eshikka suyanib turgan. Ekspert qanday xulosa qilishi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Otish yaqin bo‘lmagan masofadan amalga oshirilgan, chunki qo‘shimcha omillar belgilari yo‘q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Qo‘shimcha omillarning yo‘qligi yaqin masofadan otilishni inkor qilmaydi, chunki omillar eshikda qolgan bo‘lishi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Otish yaqin masofadan bo‘lgan bo‘lsa, qurum albatta kiyimning ichki qavatida topilishi shart edi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Bu jarohat pnevmatik quroldan etkazilgan, chunki bunday qurolda qo‘shimcha omillar ta’siri umuman bo‘lmaydi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Qo‘shimcha omillarning yo‘qligi yaqin masofadan otilishni inkor qilmaydi, chunki omillar eshikda qolgan bo‘lishi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Stvol uchi va jabrlangan orasida to‘siq bo‘lsa, qo‘shimcha omillar to‘siqda qolib, nishongacha yetib bormaydi. Shuning uchun ularning yo‘qligi yaqin masofadan otilganlikni rad etmaydi, ekspert buni hisobga olishi kerak. Qurumning ichki qavatda topilishi esa alohida shartlarni talab qiladigan boshqa hodisa.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188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Gaz quroli ishlatilgan hodisada ekspert jabrlanganning teri yuzasidan irritant izlarini sud-kimyoviy tekshiruvga olmoqchi. Darslikda ko‘rsatilgan to‘g‘ri tartib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Teri yuzasi quruq paxta bilan artilib, namuna qog‘oz konvertga solinadi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Teri yuzasi distillangan suv bilan yuvilib, yuvma shisha idishda formalin bilan qotiriladi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Teri yuzasidan etil spirti bilan namlangan doka tampon yordamida yuvma olinib, plastik paket yoki germetik idishga solinadi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Irritant izli teri qatlami skalpel bilan qirib olinib, ochiq probirkada laboratoriyaga yuboriladi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Teri yuzasidan etil spirti bilan namlangan doka tampon yordamida yuvma olinib, plastik paket yoki germetik idishga solinadi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Katta predmetlar va teri yuzasidan namuna etil spirti bilan namlangan doka tampon yordamida olinadi. Yuvma plastik paketga yoki germetik yopiladigan idishga solinib laboratoriyaga yuboriladi. Quruq yoki ochiq usullar irritantni yo‘qotishi mumkin, formalin esa bu maqsadda ko‘rsatilmagan.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95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Portlashdan keyin jabrlangan quloqning nog‘ora pardasi yorilgan. Tanada portlash gazlari va qurum ta’siri belgilari yo‘q, jarohatlar portlovchi moslama bo‘laklari va ikkilamchi snaryadlardan etkazilgan. Bu portlashning qaysi distansiyasiga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Nisbatan yaqin distansiya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Portlovchi moslamaning tana bilan kontakti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Yaqin distansiya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Yaqin bo‘lmagan distansiya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Nisbatan yaqin distansiya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Nog‘ora pardasining yorilishi atrof-muhit zarb to‘lqinining ta’sirini ko‘rsatadi, detonatsiya mahsulotlari ta’siri esa yo‘q. Nisbatan yaqin distansiyada jarohatlar zarb to‘lqini, moslama bo‘laklari va ikkilamchi snaryadlardan hosil bo‘ladi. Kontakt va yaqin distansiyada detonatsiya mahsulotlari ham ta’sir qiladi, yaqin bo‘lmaganda esa zarb to‘lqini ta’sir etmaydi.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101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Murdaning o‘ng o‘pkasida ikkita teshib o‘tgan o‘q otar jarohat bor. A jarohatda o‘pka ichidagi kirish va chiqish teshiklari bir-biriga to‘g‘ri kelmaydi, B jarohatda esa to‘g‘ri keladi. Ekspert jarohatlar ketma-ketligi haqida qanday xulosa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 birinchi, B ikkinchi: B o‘q gemopnevmotoraksdan keyin allaqachon puchaygan o‘pkadan o‘tgan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 birinchi, A ikkinchi: ikkinchi o‘q puchaygan o‘pkani siljitib, kanalni noto‘g‘ri yo‘naltirgan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Ikkala jarohat bir vaqtda etkazilgan: teshiklarning mos kelmasligi faqat o‘q tezligiga bog‘liq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 birinchi, A ikkinchi: birinchi o‘q o‘pka to‘qimasini ko‘proq siljitgan va kanalni buzgan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 birinchi, B ikkinchi: B o‘q gemopnevmotoraksdan keyin allaqachon puchaygan o‘pkadan o‘tgan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Birinchi o‘q o‘pka puchaymagan paytda o‘tadi, shuning uchun kirish va chiqish teshiklari bir chiziqqa tushmaydi. Hosil bo‘lgan gemopnevmotoraks o‘pkani puchaytiradi va ikkinchi o‘q kanali to‘g‘ri chiqadi. Boshqa variantlar bu tartibni teskari qo‘yadi yoki ketma-ketlikni aniqlab bo‘lmaydi deydi, bu esa noto‘g‘ri.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193-194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Qorin bo‘shlig‘iga o‘q otar jarohat etkazilgan murdani kesib ko‘rishda pastki kovak venaning jarohati aniqlandi, lekin o‘q qorin bo‘shlig‘ida topilmadi. Ekspertning keyingi to‘g‘ri harakati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O‘q teshib chiqib ketgan deb hisoblab, qidiruvni to‘xtatadi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Rentgenografiya qiladi, yig‘ilgan qon va uyushmalarni tekshiradi, yurak bo‘shliqlarini ham qidiradi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qorin devori mushaklarini qavatma-qavat kesib, o‘qni shu yerda qidiradi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Qidiruvni yara kanali atrofi bilan cheklaydi, chunki o‘q qon oqimi bilan siljimaydi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Rentgenografiya qiladi, yig‘ilgan qon va uyushmalarni tekshiradi, yurak bo‘shliqlarini ham qidiradi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Pastki kovak venaga tushgan o‘q qon oqimi bilan yurakka yetib borishi mumkin, shuning uchun uni birlamchi kanaldan uzoqda ham izlash kerak. Rentgenologik tekshiruv va qon uyushmalarini idishda ko‘zdan kechirish shu maqsadga xizmat qiladi. Qolgan variantlar qidiruvni asossiz toraytiradi.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190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Portlash hodisasida jabrlangan tanasining chap tomonida gazlarning eng kuchli emiruvchi ta’siri, qurumning eng zich cho‘kishi va parchalardan hosil bo‘lgan yara kanallarining chap tomonga yo‘nalishi aniqlandi. Ekspert portlovchi moslamaning joylashuvi haqida qanday xulosa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Moslama jabrlanganning o‘ng tomonida bo‘lgan, chunki zarb to‘lqini qarama-qarshi tomonni ko‘proq emiradi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Moslamaning joyini aniqlab bo‘lmaydi, chunki qurum va parcha izlari faqat portlash turiga bog‘liq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Moslama chap tomonda, yaqin joylashgan bo‘lgan: uchala belgi ham portlash markazi shu yoqda ekanini ko‘rsatadi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Moslama jabrlangan ustida bo‘lgan, chunki parcha kanallari faqat yuqoridan pastga yo‘nalgan bo‘ladi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Moslama chap tomonda, yaqin joylashgan bo‘lgan: uchala belgi ham portlash markazi shu yoqda ekanini ko‘rsatadi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Portlash markaziga nisbatan holat gazlarning eng kuchli emiruvchi joyi, qurum cho‘kishining eng zich zonasi, parchali yaralar joylashuvi va ularning kanal yo‘nalishi birgalikda baholanib aniqlanadi. Bu uch belgi bir tomonni ko‘rsatsa, markaz o‘sha yoqda deb xulosa qilinadi.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Харин Г.М. (Kharin G.M.)., Краткий курс судебной медицины: учебное пособие, 110-111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Tergov ma’lumotiga ko‘ra jabrlanganga uzoq masofadan iz qoldiruvchi o‘q uzilgan. Kirish teshigi atrofida qurumga o‘xshash qora belbog‘ bor, lekin porox zarrachalari va metall zarrachalari yo‘q. Kiyim tanaga zich yopishgan. Qaysi xulosa asosli?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Yaqin distansiyadan otilgan, chunki qurum faqat porox gazlari bilan birga keladi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Vinogradov fenomeni: zich kiyim sharoitida o‘qdan keyingi siyraklanish qurumni olib kelgan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To‘liq tirab otilgan, chunki qurum belbog‘i kirish teshigi atrofida paydo bo‘lgan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Belbog‘ iz qoldiruvchi o‘q moddasidan hosil bo‘lishi mumkin, shuning uchun yaqin distansiya deyish shoshilinchlik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Belbog‘ iz qoldiruvchi o‘q moddasidan hosil bo‘lishi mumkin, shuning uchun yaqin distansiya deyish shoshilinchlik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Iz qoldiruvchi o‘q tarkibidagi bariy va magniy birikmalari uzoq masofadan otilganda ham yaqin otishdagi qurumga o‘xshash belbog‘ hosil qilishi mumkin. Porox va metall zarrachalarining yo‘qligi bunday xulosani qo‘llab-quvvatlaydi. Vinogradov fenomeni uchun kiyim tanaga zich yopishmagan bo‘lishi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194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Jabrlanganning bilak va ko‘krak sohasida jami ikkita kirish va ikkita chiqish teshigi topildi. Tanada boshqa o‘q izlari yo‘q, yara kanallari bir chiziqda joylashgan.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Ikki marta o‘q uzilgan, chunki bitta o‘q ikkita kirish teshigi hosil qila olmaydi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Avtomatik qurolda navbat bilan otilgan, chunki teshiklar soni ikkitadan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Bitta o‘q avval bilakni, so‘ng ko‘krakni teshib o‘tgan bo‘lishi mumkin; teshiklar soni o‘qlar soniga teng bo‘lishi shart emas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Bitta o‘q faqat tegib o‘tgan, chunki ikkita kirish teshigi urinma jarohatga xos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Bitta o‘q avval bilakni, so‘ng ko‘krakni teshib o‘tgan bo‘lishi mumkin; teshiklar soni o‘qlar soniga teng bo‘lishi shart emas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Tananing qalin bo‘lmagan sohalarida (bilak, ko‘krak) bitta o‘qdan ikkita kirish va ikkita chiqish teshigi hosil bo‘lishi mumkin. Shu sababli o‘qlar sonini teshiklar soniga qarab bevosita aniqlab bo‘lmaydi, kanallar yo‘nalishi va joylashuvi ham hisobga olinadi.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90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Portlashdan keyin jabrlanganda mexanik jarohatlar va o‘pkada baroakustik zarb to‘lqiniga xos qon quyilishlar topildi. Portlash gazlari, qurum va kiyim kuyishi belgilari yo‘q, jarohatlar portlovchi moslama bo‘laklari va ikkilamchi snaryadlardan ham etkazilgan. Bu portlashning qaysi distansiyasiga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Nisbatan yaqin distansiya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Portlovchi moslamaning tana bilan kontakti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Yaqin distansiya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Yaqin bo‘lmagan distansiya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Nisbatan yaqin distansiya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Nisbatan yaqin distansiyada jarohatlar zarb to‘lqini, moslama bo‘laklari va ikkilamchi snaryadlardan hosil bo‘ladi, detonatsiya mahsulotlari (gaz, qurum) ta’sir qilmaydi. Kontakt va yaqin distansiyada detonatsiya mahsulotlari ham ta’sir qiladi. Yaqin bo‘lmagan distansiyada zarb to‘lqini belgilari bo‘lmaydi, asosiy omil faqat bo‘laklar va ikkilamchi snaryadlar.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101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4. O'q otar qurollardan jarohatlar</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3-modul. O‘tkir qurollar va o‘q otar jarohatlar; bet 230-290</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IV bo‘lim (10-13-boblar). O‘tkir qurollar, o‘q otar va portlash travmasi; bet 92-117</a:t>
            </a:r>
          </a:p>
          <a:p>
            <a:pPr>
              <a:spcAft>
                <a:spcPts val="1200"/>
              </a:spcAft>
            </a:pPr>
            <a:r>
              <a:rPr sz="1800">
                <a:solidFill>
                  <a:srgbClr val="1F2937"/>
                </a:solidFill>
                <a:latin typeface="Calibri"/>
              </a:rPr>
              <a:t>▸  Iskandarov A.I., Qo‘ldoshev D.R. Sud tibbiyoti (tibbiyot instituti talabalari uchun), Toshkent (egasi taqdim etgan; yopiq foydalanish). . IX-X-boblar. O‘tkir vositalar va o‘q otar qurollar; bet 149-201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