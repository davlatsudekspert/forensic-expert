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5-kurs-tibbiy-profilaktika-07-q30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Практическое занятие: Механическая асфиксия.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Термин «асфиксия» происходит от греческого языка. Что он означает в буквальном смысле?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Прекращение дыхания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Сгущение крови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Отсутствие пульса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Недостаток кислорода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Отсутствие пульса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Термин образован от слов «a» (отрицание) и «sphygmos» (пульс), поэтому его буквальное значение — отсутствие пульса. Прекращение дыхания и дефицит кислорода — понятия, близкие по сути асфиксии, но не этимологическое значение термина.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104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Каким механизмом образуются малокровие и сокращение селезёнки (признак Сабинского) при механической асфиксии?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результате выброса крови из депо в преасфиктическом периоде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Вследствие развития тромбоза сосудов селезёнки в терминальной стадии дыхания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результате внутреннего кровотечения в постасфиктическом периоде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Вследствие прекращения притока крови к селезёнке при экспираторной одышке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 результате выброса крови из депо в преасфиктическом периоде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преасфиктическом периоде организм в качестве компенсаторной реакции выбрасывает кровь из депо в общий кровоток, поэтому селезёнка сокращается и становится малокровной. Остальные варианты не связаны с периодами асфиксии и не объясняют механизм этого признака.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111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изменение в кожном лоскуте, взятом в области валика странгуляционной борозды, при пробе Бокариуса указывает на прижизненное происхождение борозды?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Сухость и пергаментный вид кожного лоскута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Отпечаток узла петли на поверхности кожи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Побледнение подкожной жировой клетчатки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Признаки полнокровия и кровоизлияний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Признаки полнокровия и кровоизлияний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Кожный лоскут очищают от жира и рассматривают на свет между двумя стёклами. Если в области валика имеются полнокровие и кровоизлияния, это указывает на прижизненное образование борозды. Пергаментная сухость и след узла — другие особенности борозды, а побледнение подкожной жировой клетчатки не является признаком прижизненности.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116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называется признак — кровоизлияния во внешней оболочке сонной артерии при повешении?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Амюсса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Мартина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Вальхера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Симона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Признак Мартина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Кровоизлияние во внешней оболочке сонной артерии называется признаком Мартина. Признак Амюсса — поперечные разрывы интимы, признак Вальхера — кровоизлияние в области нижнего конца грудино-ключично-сосцевидной мышцы, признак Симона — кровоизлияния в межпозвонковые диски шейного отдела.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116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 какому изменению приводит разница осмотического давления между солёной водой в альвеолах и кровью при утоплении в морской воде?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Жидкая часть крови переходит в альвеолы, кровь сгущается и развивается гиповолемия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Вода переходит в кровь, кровь разжижается и наблюдается осмотический гемолиз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Вода переходит в кровь, объём крови увеличивается, эритроциты набухают и лопаются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Под висцеральной плеврой образуются крупные пятна Rasskazov-Lukomskiy-Paltauf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Жидкая часть крови переходит в альвеолы, кровь сгущается и развивается гиповолемия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Поскольку осмотическое давление солёной воды выше, чем у крови, жидкая часть крови выходит в альвеолы, кровь сгущается и возникает гиповолемия. Переход воды в кровь и гемолиз характерны для утопления в пресной воде. Пятна Rasskazov-Lukomskiy-Paltauf также не образуются при утоплении в солёной воде.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123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обнаружение диатомового планктона в лёгочной ткани не имеет диагностического значения для доказательства утопления?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Диатомовый планктон быстро разрушается в лёгких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Диатомы в лёгких попали из другого водоёма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Планктон может попасть в лёгкие, так как вода проникает в дыхательные пути и при погружении в воду после смерти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Диатомы сохраняются только в костном мозге и в лёгких не образуются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Планктон может попасть в лёгкие, так как вода проникает в дыхательные пути и при погружении в воду после смерти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Вода может проникнуть в дыхательные пути и после попадания трупа в воду, поэтому планктон в лёгких не доказывает прижизненное утопление. Планктон в паренхиматозных органах и костном мозге свидетельствует о прижизненном попадании в воду. Остальные варианты в источнике такого объяснения не имеют.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125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называются мелкие (диаметром 2-3 мм) тёмно-красные кровоизлияния, выявляемые под висцеральной плеврой и эпикардом?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Пятна Rasskazov-Lukomskiy-Paltauf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Сабинского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Пятна Тардье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Бруардель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Пятна Тардье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Эти мелкие кровоизлияния называются пятнами Тардье и относятся к общеасфиктическим признакам. Пятна Rasskazov-Lukomskiy-Paltauf крупнее, с размытыми краями и располагаются только под плеврой. Признак Сабинского — сокращение селезёнки, признак Бруардель — позадигортанное кровоизлияние.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111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асфиктическом (спастическом, «сухом») утоплении из-за ларингоспазма вода в большей степени попадает в желудок. Какое наибольшее количество воды может быть обнаружено в желудке в этом случае?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1 литра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300 мл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100 мл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5-15 мл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До 1 литра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Ларингоспазм препятствует попаданию воды в дыхательные пути, поэтому вода через пищевод поступает в желудок, где может накапливаться до 1 литра. 300 мл — показатель для желудка при истинном утоплении, 100 мл — жидкость в брюшной полости (признак Моро), 5-15 мл — жидкость в полости основания черепа (признак Свешникова).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123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Если на шее имеется петля из верёвки или ремня, к какой группе по твёрдости материала она относится?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Мягкая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Твёрдая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Скользящая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Полужёсткая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Полужёсткая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Верёвка, шнур и ремень относятся к полужёстким материалам. Полотенце, шарф, галстук относятся к мягким, а проволока и цепь — к твёрдой группе. Термин «скользящая» обозначает не материал петли, а её конструкцию.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112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Дыхательные отверстия закрыты рукой или мягким предметом, но пострадавший сопротивления не оказывал. Какая картина ожидается при исследовании трупа?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Вокруг рта и носа всегда имеются кровоподтёки и ссадины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Кроме общеасфиктических признаков, специфических для этого вида признаков не выявляется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дыхательных путях всегда обнаруживается инородное тело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шее образуется чётко выраженная странгуляционная борозда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Кроме общеасфиктических признаков, специфических для этого вида признаков не выявляется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отсутствии сопротивления выявляются только общие наружные и внутренние асфиктические признаки, специфических для этого вида изменений нет. Кровоподтёки и ссадины встречаются в случаях, когда оказывалось сопротивление. Инородное тело и странгуляционная борозда характерны для других видов асфиксии.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119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силой затягивается петля при атипичном повешении в положении лёжа?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Силой, равной 20% массы тела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Силой, равной массе всего тела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Силой, равной массе головы (4-5 кг)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Силой, равной половине массы тела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Силой, равной массе головы (4-5 кг)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положении лёжа петлю затягивает только вес головы, равный 4-5 кг; для сдавления сосудов и нервов большая сила не требуется. При повешении с опорой на колени петля затягивается силой, равной 20% массы тела. Вся масса тела действует при полном (типичном) повешении.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112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Каково соотношение наружных и внутренних повреждений при удушении шеи руками?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Наружные повреждения всегда более обширны, чем внутренние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Внутренние повреждения обычно более выражены и обширны, чем наружные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Подъязычная кость и хрящи не повреждаются, повреждается только кожа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 располагаются только на задней поверхности шеи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Внутренние повреждения обычно более выражены и обширны, чем наружные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удушении руками внутренние повреждения (переломы рожков подъязычной кости и хрящей гортани, кровоизлияния в мягкие ткани) выражены более явно, чем наружные. Наружные признаки ограничиваются следами пальцев и ногтей. Расположение повреждений зависит от положения убийцы, только на задней поверхности их не бывает.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118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Какие изменения вызывает организм в преасфиктическом периоде асфиксии за счёт компенсаторно-приспособительных возможностей?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Кровь сгущается, транспорт кислорода замедляется, кровь в основном перераспределяется в периферические ткани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Количество циркулирующей крови увеличивается, кровь разжижается, происходит перераспределение в пользу жизненно важных органов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Количество циркулирующей крови уменьшается, кровь сгущается, большая её часть накапливается в депо внутренних органов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Дыхание резко учащается, артериальное давление снижается, а венозное давление нарастает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Количество циркулирующей крови увеличивается, кровь разжижается, происходит перераспределение в пользу жизненно важных органов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преасфиктическом периоде организм стремится устранить действие асфиктического фактора: количество кислородтранспортирующей крови увеличивается, кровь разжижается и перераспределяется в пользу важных органов. Поэтому в этот период признаки асфиксии ещё не развиваются. Последний вариант характерен для следующей стадии — инспираторной одышки.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106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асфиктическом (спастическом) утоплении в пробе Сунсова, проводимой для выявления воздушной эмболии сердца, какая часть сердца прокалывается?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Правый желудочек, как при механических повреждениях, нанесённых остриём скальпеля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Правое предсердие, так как кровь из полых вен сначала поступает именно туда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Левое предсердие, так как лёгочные вены приносят кровь именно туда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Левый желудочек, а не правый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Левый желудочек, а не правый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Из-за резкой эмфиземы межальвеолярные перегородки повреждаются, и небольшое количество воздуха через лёгочные вены накапливается в левых камерах сердца. Поэтому в пробе, в отличие от механических повреждений, прокалывается левый желудочек.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123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Каким механизмом объясняется «карминовый отёк» лёгких (признак Лаккасана) при компрессионной асфиксии?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Скоплением в лёгких большего, чем в других внутренних органах, количества насыщенной кислородом крови вследствие слабого дыхания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Переходом воды через альвеолы в кровь, гемолизом эритроцитов и имбибицией лёгочной ткани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Повышением давления в системе полых вен вследствие ларингоспазма и ретроградным поступлением элементов крови в лёгкие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Разрывом стенок альвеол на стадии одышки и переходом воздуха в лёгочные вены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Скоплением в лёгких большего, чем в других внутренних органах, количества насыщенной кислородом крови вследствие слабого дыхания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длительном сдавлении дыхание становится слабым, в лёгких накапливается больше насыщенной кислородом крови, чем в других органах, поэтому ткань приобретает ярко-красный оттенок. Остальные варианты относятся к механизмам утопления или воздушной эмболии.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129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убийстве на шее потерпевшего на передней поверхности с каждой стороны обнаружено по 2-4, а на задней поверхности с каждой стороны по одному кровоподтёку и ссадине, повреждения расположены группами. Какое удушение шеи наиболее вероятно?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Удушение одной рукой спереди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Удушение двумя руками спереди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Удушение двумя руками сзади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Сдавление предплечьем через мягкий предмет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Удушение двумя руками сзади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удушении двумя руками сзади большие пальцы остаются на задней поверхности шеи, остальные пальцы — на передней, поэтому на передней поверхности образуется по 2-4 следа, а на задней — по одному. При удушении спереди, наоборот, всё происходит иначе. При сдавлении через мягкий предмет наружных повреждений мало или они вовсе отсутствуют.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118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Повешенный был своевременно извлечён из петли и доставлен в медицинское учреждение. Он пережил асфиктическую кому первых часов, но умер в течение первых суток. Какова наиболее вероятная причина смерти в этот срок в большинстве постасфиктических состояний?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Продолжение асфиктической комы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Развитие гипостатической пневмонии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Перитонит вследствие перфорации стенки желудочно-кишечного тракта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Отёк лёгких и головного мозга вследствие острой сосудистой недостаточности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Отёк лёгких и головного мозга вследствие острой сосудистой недостаточности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постасфиктическом состоянии смерть в первые минуты и часы наступает от асфиктической комы. В первые сутки ведущей причиной является отёк лёгких и мозга, связанный с острой сосудистой недостаточностью. Гипостатическая пневмония характерна для более поздних сроков, а перитонит — редкое осложнение.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109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трупе, найденном в озере, лёгкие находятся в состоянии резкой эмфиземы, на разрезе сухие, под висцеральной плеврой имеются только пятна Тардье, в дыхательных путях воды нет. В желудке обнаружено много воды. В паренхиматозных органах трупа планктон диатомовых водорослей не обнаружен, но подозревается утопление. Какой образец берётся для исследования на планктон?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Образец жидкости из полости основной кости черепа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Кусочек лёгочной ткани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Кусочек паренхимы печени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Образец крови из правой камеры сердца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Образец жидкости из полости основной кости черепа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Указанные признаки свидетельствуют об асфиктическом утоплении, при котором вода не проникает в кровь, и планктон в паренхиматозных органах может отсутствовать. Поэтому исследуется жидкость из полости основной кости черепа. Планктон в лёгочной ткани может обнаруживаться и при попадании трупа в воду после смерти, поэтому он не является диагностическим.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125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Повешенный был своевременно извлечён из петли. После восстановления дыхания и сердечной деятельности повысились артериальное давление и мышечный тонус, усилились сухожильные рефлексы, появились тонические судороги и патологические рефлексы разгибательного типа, повысилась температура тела. Какой стадии постасфиктического состояния это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Стадия арефлексии, атонии и нарушения функции ствола головного мозга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Стадия децеребрационной ригидности и тонических судорог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Стадия тонико-клонических судорог и гиперкинезов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Период оглушённости, начинающийся с состояния сопора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Стадия децеребрационной ригидности и тонических судорог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Calibri"/>
              </a:rPr>
              <a:t>После восстановления дыхания и сердечной деятельности усиление мышечного тонуса и сухожильных рефлексов, тонические судороги, патологические рефлексы разгибательного типа и лихорадка характерны для второй стадии асфиктической комы, то есть децеребрационной ригидности. В первой стадии мышцы атоничны, рефлексы не вызываются. В третьей стадии наблюдаются тонико-клонические судороги, гиперкинезы и рефлексы сгибательного типа. В период оглушённости пострадавший выходит из комы, судорог не наблюдается.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108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Мужчина массой тела 80 кг подвешен атипично (неполное повешение) с опорой на колени. При повешении с опорой на колени петля затягивается силой, равной 20% массы тела. Какова приблизительно сила, затягивающая петлю?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8 кг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12 кг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40 кг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16 кг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16 кг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20% от 80 кг составляет 16 кг. 8 кг соответствует 10% массы тела, 12 кг — 15%, а 40 кг — 50%, то есть эти значения не соответствуют соотношению, указанному в учебнике. Этот пример показывает, что для сдавления сосудов и нервов шеи большая сила не требуется.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112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Труп повешенного мужчины обнаружен дома, реанимация не проводилась. Узел петли расположен под подбородком (атипично), странгуляционная борозда находится в более низкой части шеи и имеет малую вертикальность. При внутреннем исследовании в дыхательных путях обнаружено желудочное содержимое. Каким механизмом объясняется эта находка?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При атипичном узле пищевод полностью не перекрывается, раздражается блуждающий нерв, вызывая рвоту, и содержимое аспирируется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Под давлением узла стенка желудка разрывается, и содержимое проходит в дыхательные пути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Разрыв межпозвонковых дисков парализует дыхательный центр и вызывает аспирацию рвотных масс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Содержимое проходит только под действием гнилостных газов, механизм повешения к этому не имеет отношения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При атипичном узле пищевод полностью не перекрывается, раздражается блуждающий нерв, вызывая рвоту, и содержимое аспирируется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атипичном расположении узла пищевод полностью не закрывается. Раздражение блуждающего нерва приводит к рвоте, и содержимое попадает в дыхательные пути. Разрыв стенки желудка и разрыв диска как такой механизм не описаны. Поскольку реанимация не проводилась, вариант с попаданием содержимого при транспортировке и массаже также не подходит.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113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Пострадавшему, извлечённому из реки, сразу проводили искусственное дыхание и непрямой массаж сердца. На трупе обнаружены ссадины, кровоподтёки, переломы рёбер и разрыв печени. К какой группе, вероятнее всего, следует отнести эти повреждения?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Прижизненные повреждения, причинённые до попадания в воду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Повреждения, образовавшиеся под воздействием рыб и водных животных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Повреждения, причинённые при оказании первой помощи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Повреждения, образовавшиеся от винта судна и при ударе о подводные сооружения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Повреждения, причинённые при оказании первой помощи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извлечении из воды и немедленном проведении искусственного дыхания и массажа могут быть причинены ссадины, кровоподтёки, переломы рёбер и разрыв печени. Поэтому логично связывать эти повреждения с оказанием помощи. Остальные варианты указывают на другие источники: травму до попадания в воду, водных животных и винты. Их типичные признаки здесь не описаны.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232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трупа, извлечённого из воды, эксперт хочет установить прижизненность попадания в воду путём сравнения свойств крови в левой и правой камерах сердца. Какой из следующих методов не основан на таком сравнении?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Выявление псевдопланктона методом поляризационной микроскопии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Криоскопическое исследование, то есть измерение температуры замерзания крови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Рефрактометрическое исследование, то есть измерение светопреломления крови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Исследование электропроводности крови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Выявление псевдопланктона методом поляризационной микроскопии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Криоскопическое, рефрактометрическое исследования, определение вязкости и электропроводности основаны на сравнении свойств крови в левой и правой камерах сердца. Псевдопланктон же представляет собой мелкие частицы, попавшие вместе с водой во внутренние органы, и выявляется методом поляризационной микроскопии. При этом методе свойства крови не сравниваются.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126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работе в силосной яме погиб человек. Яма закрытая, в воздухе мало кислорода и много углекислого газа, внутри наблюдалось брожение овощей и зерна. Какой фактор, помимо гипоксии и гиперкапнии, может иметь значение в наступлении смерти?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Прекращение кожного дыхания из-за повышенной влажности воздуха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Общая гипотермия, вызванная понижением температуры среды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Токсические вещества, образующиеся при процессах брожения и гниения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Механическое сдавление грудной клетки упавшей сверху тяжестью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Токсические вещества, образующиеся при процессах брожения и гниения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не полностью замкнутой среде, в том числе в силосных ямах и глубоких колодцах, токсические вещества, образующиеся при брожении и гниении, наряду с гипоксией и гиперкапнией играют роль в наступлении смерти. Кожное дыхание, гипотермия и механическое сдавление груди не приводятся как характерные факторы этой ситуации.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130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герметично закрытом помещении одновременно оказались 4-летний ребёнок и взрослый. Концентрация углекислого газа в воздухе помещения достигла 3%. Какой вывод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обоих угрозы жизни пока нет, так как летальный порог у обоих около 8-10%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Для ребёнка возникла угроза жизни, а у взрослого летальный порог ещё не достигнут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взрослого возникла угроза жизни, а у детей порог значительно выше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 обоих смерть неизбежна, так как концентрация превысила уровень 0,5%, при котором дыхание учащается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Для ребёнка возникла угроза жизни, а у взрослого летальный порог ещё не достигнут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детей опасность для жизни начинается при достижении в воздухе концентрации углекислого газа 2,0-2,5%, у взрослых же смерть обычно наступает при 8-10%. 3% опасно для ребёнка, а для взрослого это ещё не летальный порог. 0,5% — лишь уровень, при котором учащается ритм дыхания.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130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при микроскопическом исследовании кусочка кожи из странгуляционной борозды обнаружил вокруг борозды признаки реактивного воспаления. Что это за признак и что он подтверждает?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Нейдинга; подтверждает прижизненное происхождение борозды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Проба Бокариуса; подтверждает прижизненное происхождение борозды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Касьянова; подтверждает посмертное образование борозды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Признак Касьянова; подтверждает прижизненное происхождение борозды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Признак Касьянова; подтверждает прижизненное происхождение борозды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признаков реактивного воспаления называется признаком Касьянова и указывает на прижизненное образование борозды, так как воспалительная реакция развивается только в живой ткани. Признак Нейдинга относится к нарушению кровообращения, а проба Бокариуса — к полнокровию и кровоизлияниям в валике борозды при рассмотрении кожного лоскута на свету.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117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трупа, найденного в воде, кожа ладоней и подошвенных поверхностей стоп полностью побелела и сморщена, изменения перешли на тыльные поверхности кистей и стоп («рука прачки»), но кожа ещё не отслоилась. При средней температуре воды сколько примерно времени труп находился в воде?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5-8 суток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2-5 суток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Несколько часов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10-15 суток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Примерно 5-8 суток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Мацерация начинается на пальцах через несколько часов, через 2-5 суток охватывает ладонную поверхность, а через 5-8 суток полностью занимает подошвенную поверхность и переходит на тыльные поверхности кистей и стоп. Именно в этот период появляется картина «руки прачки». Через 10-15 суток волосы начинают легко выдёргиваться.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127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микроскопии грудного лимфатического протока у лица, умершего от асфиктического (сухого) утопления, обнаружены элементы крови (лимфогемия). Каким механизмом объясняется эта находка?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Переход воды через альвеолы в кровь и выход эритроцитов в лимфу в результате осмотического гемолиза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Повреждение грудного лимфатического протока при непрямом массаже сердца во время реанимации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Повышение давления в системе полых вен из-за ларингоспазма и ретроградный переход элементов крови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Выход жидкой части крови в альвеолы из-за высокого осмотического давления солёной воды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Повышение давления в системе полых вен из-за ларингоспазма и ретроградный переход элементов крови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асфиктическом утоплении ларингоспазм вызывает венозную гипертензию, при которой элементы крови ретроградно попадают в грудной лимфатический проток. Переход воды в кровь и гемолиз характерны для истинного утопления. Остальные два варианта не являются механизмом лимфогемии.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123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трупе повешенного выявлено, что левая боковая сторона шеи сдавлена петлёй сильнее, чем правая. Какое состояние зрачков ожидается?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Анизокория: правый зрачок шире левого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Анизокория: левый зрачок шире правого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Оба зрачка одинаково сужены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Оба зрачка одинаково расширены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Анизокория: левый зрачок шире правого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неодинаковом сдавлении боковых сторон шеи зрачки имеют разные размеры (анизокория), более широкий зрачок наблюдается на стороне более выраженного сдавления. Поэтому левый зрачок шире. Остальные варианты противоречат логике одностороннего сдавления.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116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Повешенный пробыл в петле около 4 минут, был спасён и реанимирован. Какое сочетание изменений наиболее вероятно в постасфиктическом состоянии?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Стойкая артериальная гипертензия, гиперфункция печени и сухость лёгких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Быстрое восстановление без ретроградной амнезии и отсутствие каких-либо изменений в органах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гиперестезия и гипергидроз кожи без влияния на работу органов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Стойкая гипотония, ишемия внутренних органов, а иногда инфаркт миокарда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Стойкая гипотония, ишемия внутренних органов, а иногда инфаркт миокарда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асфиксии длительностью 3 минуты и более развиваются стойкая гипотония, ишемия внутренних органов и иногда инфаркт миокарда. Гипертензия и отсутствие изменений в органах, указанные в вариантах, не соответствуют гипоксическому повреждению этого периода. Вегетативные признаки (гипергидроз, гиперестезия) — лишь дополнительное явление, а не ведущее.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109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Механическая асфиксия. · Автоматический перевод — не проверен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5. Kislorod tanqisligi (asfiksiya)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4-modul. Kislorod tanqisligi (asfiksiya, cho‘kish), harorat, elektr, bosim, radiatsiya; bet 315-374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VII bo‘lim (16-18-boblar). Mexanik asfiksiya; bet 139-153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 (egasi taqdim etgan; yopiq foydalanish). . XI-bob. Mexanik asfiksiya; bet 202-234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