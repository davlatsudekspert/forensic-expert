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№3. Ma’ruza: Yangi tug‘ilgan chaqaloqlar murdasini va homilani sud-tibbiy tekshirish.</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Yangi tug‘ilgan go‘dak terisini qoplab turuvchi mo‘msimon qoplamaning bachadon ichidagi asosiy vazifasi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Homilani bachadon ichida issiqlik yo‘qotishdan saqlaydi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Tug‘ruq yo‘llaridan o‘tishda mayda qon ketishlarni to‘xtatadi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Homila terisini qog‘onoq suvlari ta’sirida matseratsiyadan himoya qiladi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Teri orqali gaz almashinuvini tezlashtiradi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Homila terisini qog‘onoq suvlari ta’sirida matseratsiyadan himoya qiladi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Mo‘msimon qoplama teri yog‘ bezlari sekreti, ko‘chgan epidermis hujayralari, tuk sochlari va qog‘onoq suvlari aralashmasidan iborat. U terini suvda ivib, matseratsiyaga uchrashdan saqlaydi. Boshqa variantlar unga berilgan vazifalar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257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Kefalogematomani tug‘ruq shishidan farqlashda qaysi tavsif kefalogematomaga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Kalla gumbazi suyak usti pardasi ostiga qon quyilishi bo‘lib, suyaklararo choklar bilan chegaralanadi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Shish suyaklararo choklar proeksiyasida ham aniqlanadi va 2-3 kunda so‘rilib ketadi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Shish asosan dumba sohasida joylashadi va seroz suyuqlikning singishidan hosil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Shish faqat yumshoq to‘qimalarda bo‘lib, kesganda qizg‘ish-sarg‘ish rangda ko‘rinadi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Kalla gumbazi suyak usti pardasi ostiga qon quyilishi bo‘lib, suyaklararo choklar bilan chegaralanadi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Kefalogematoma suyak usti pardasi ostidagi qon quyilish bo‘lgani uchun odatda bir yoki bir necha suyak proeksiyasida bo‘lib, choklardan o‘tmaydi. U 2 hafta va undan uzoqroq muddatda so‘riladi. Qolgan variantlar tug‘ruq shishining belgilari.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257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Noraso tug‘ilgan go‘daklarda mekoniy ichakdan to‘liq chiqarilishi odatda qancha muddatgacha cho‘ziladi?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 sutka ichida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1-2 kun ichida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5-6 kungacha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3-4 kungacha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3-4 kungacha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Raso go‘daklarda mekoniy tug‘ruqdan keyin 1-2 kun ichida to‘liq chiqib ketadi. Norasolarda bu jarayon sustroq kechib, 3-4 kungacha cho‘ziladi. Boshqa muddatlar manbada keltirilmagan.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257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Sud-tibbiy ekspertizada tirik tug‘ilganlik masalasi asosan nafas olgan yoki olmaganlikni aniqlash orqali hal etiladi. Buning sababi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Nafas olish Jahon sog‘liqni saqlash tashkiloti mezonlari ichida yagona tan olingan belgi hisoblanadi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Yurak urishi, kindik pulsatsiyasi va ixtiyoriy harakatlarni o‘limdan keyin aniqlash usullari ishlab chiqilmagan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Yurak urishi va ixtiyoriy harakatlar tirik tug‘ilganlik mezoni sifatida qabul qilinmagan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Kindik pulsatsiyasi faqat yangi tug‘ilganlik belgisi sifatida baholanadi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Yurak urishi, kindik pulsatsiyasi va ixtiyoriy harakatlarni o‘limdan keyin aniqlash usullari ishlab chiqilmagan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Jahon sog‘liqni saqlash tashkiloti nafas olish, yurak urishi, kindik pulsatsiyasi va ixtiyoriy harakatlarni mezon deb qabul qilgan. Ammo yurak urishi, pulsatsiya va harakatlarni murdada aniqlash usullari yo‘q, shuning uchun nafas olish masalasiga tayaniladi.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259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Murdani ochishdan oldin o‘pka va ichaklarda havo borligini aniqlaydigan rentgenologik sinama hozirgi sud-tibbiy amaliyotda nega qo‘llanilmaydi?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 faqat oshqozondagi havoni ko‘rsata oladi, o‘pkadagi havoni ko‘rsata olmaydi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Uning natijasi go‘dak yoshiga bog‘liq bo‘lib, norasolarda ishonchsiz chiqadi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 murda ochilgandan keyingina havo borligini aniqlashga imkon beradi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Nafas olgan o‘pkani sun’iy ventillyasiya va chirish gazlari holatlaridan farqlab bo‘lmaydi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Nafas olgan o‘pkani sun’iy ventillyasiya va chirish gazlari holatlaridan farqlab bo‘lmaydi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Rentgenda havo ko‘rinadi, lekin uning kelib chiqishini ajratib bo‘lmaydi: o‘pka haqiqiy nafas olgan, sun’iy ventillyasiya qilingan yoki chirish gazlari bilan to‘lgan bo‘lishi mumkin. Maxsus jihoz kerakligi ham sinamadan voz kechishga sabab bo‘lgan.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260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Tovon suyagida suyaklanish o‘zagi homilaning qaysi oyida shakllanadi?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 homila oyida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VII homila oyida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VIII homila oyida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IX homila oyida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V homila oyida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Tovon suyagidagi o‘zak V homila oyida paydo bo‘ladi (diametri 0,8-1,1 sm). G‘altaksimon suyakdagi o‘zak VII oyda, sonning pastki epifizidagi Beklyar yadrosi esa IX oyda vujudga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263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Tirik tug‘ilgan chaqaloqda kindik asosidagi demarkatsion halqa (reaktiv yallig‘lanish chizig‘i) odatda qachon shakllanadi?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Tug‘ilishi bilanoq, birinchi daqiqalarda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Tug‘ilgandan keyingi 3-4-kunda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Birinchi sutkaning oxiriga kelib</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5-7-kunda, kindik ajralayotgan paytda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Birinchi sutkaning oxiriga kelib</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Demarkatsion halqa qizg‘ish hoshiya ko‘rinishida birinchi sutka oxirida paydo bo‘ladi. Kindikning ayni shu chiziq bo‘ylab ajralishi esa keyinroq, 5-7-kunda sodir bo‘ladi, shuning uchun bu variant halqaning shakllanish vaqti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263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 Yakupov (1981) usuli bo‘yicha gestatsion yosh aniqlanmoqda: homila boshining aylana uzunligi 34 sm. Bu qiymat qaysi gestatsion yoshga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10 homila oyi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9 homila oyi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8 homila oyi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7 homila oyi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10 homila oyi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Bu usulda bosh aylanasi 3,4 ga bo‘linadi: 34 : 3,4 = 10, ya’ni 10 homila oyi. Boshqa variantlar noto‘g‘ri bo‘lish natijasida chiqadi.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262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Yangi tug‘ilgan chaqaloq tirik tug‘ilgan bo‘lsa-da, quyidagi rivojlanish nuqsonlaridan qaysi biri uni hayotga layoqatsiz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Qo‘l barmoqlari orasida pardaning mavjudligi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Oltinchi barmoq mavjudligi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Yuqori labning tug‘ma yorig‘i (quyon lab)</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Anensefaliya (bosh miyaning bo‘lmasligi)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Anensefaliya (bosh miyaning bo‘lmasligi)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Anensefaliya hayot bilan mos kelmaydigan og‘ir nuqson hisoblanadi. Oltinchi barmoq, quyon lab va barmoqlar orasidagi parda tashqi nuqsonlar bo‘lib, ular ichki nuqsonlar bo‘lishi mumkinligini ko‘rsatadi, lekin o‘zi hayotga to‘sqinlik qilmaydi.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263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Chaqaloqlarning to‘satdan o‘lim sindromida (sudden infant death syndrome, SIDS) o‘limlar eng ko‘p qaysi yoshda kuzatiladi?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Tug‘ilgandan keyingi birinchi haftada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2 oylikda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Taxminan 6 oylikda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Taxminan 10 oylikda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Taxminan 2 oylikda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SIDS o‘limlarining ko‘pchiligi 1 oydan 6 oygacha bo‘lgan davrda bo‘lib, cho‘qqisi 2 oylikka to‘g‘ri keladi. Birinchi hafta va 10 oylik bu sindromning odatiy cho‘qqisi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68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Zamonaviy sud patologiyasi qarashiga ko‘ra, o‘pka suzish sinamasi natijalari haqida qaysi fikr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Suvda suzib chiqqan o‘pka bo‘lagi go‘dakning tirik tug‘ilganini isbotlaydi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Sinama hozir ham tirik tug‘ilganlikni aniqlashning yagona ishonchli usuli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Cho‘kkan o‘pka bo‘lagi nafas yetarli bo‘lmaganini ko‘rsatadi, suzish esa tirik tug‘ilganlikni isbotlamaydi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O‘lik tug‘ilgan go‘dakning o‘pkasi hech qachon suvda suzmaydi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Cho‘kkan o‘pka bo‘lagi nafas yetarli bo‘lmaganini ko‘rsatadi, suzish esa tirik tug‘ilganlikni isbotlamaydi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O‘pka yoki uning bo‘lagi cho‘ksa, u yetarlicha kengaymagan va bola o‘lik tug‘ilgan bo‘lishi mumkin. Aksi esa to‘g‘ri emas: isbotlangan o‘lik tug‘ilganlarning o‘pkasi ba’zan suzadi, shuning uchun sinamaning o‘zi tirik va o‘lik tug‘ilganlikni ajratmaydi.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67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Quyidagi topilmalardan qaysi biri yangi tug‘ilgan go‘dakka tug‘ilgandan so‘ng qarov bo‘lganidan dalolat beradi?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Tanada qon izlari va mo‘msimon qoplamaning saqlanib qolgani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Kindikning kesilib, bog‘lab qo‘yilgani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Orqa chiqaruv teshigi atrofida mekoniyning mavjudligi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O‘pkaning birlamchi atelektaz holatida bo‘lishi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Kindikning kesilib, bog‘lab qo‘yilgani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Kindikning kesilib bog‘lanishi go‘dakka odam tomonidan yordam ko‘rsatilganini bildiradi. Qon izlari, mo‘msimon qoplama va mekoniy qarov bo‘lmaganda ham topiladi, birlamchi atelektaz esa go‘dak nafas olmaganini ko‘rsatadi, qarovni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263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Sonning pastki epifizidagi suyaklanish o‘zagi (Beklyar yadrosi) homilaning qaysi oyida vujudga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 homila oyida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VII homila oyida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IX homila oyida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VIII homila oyida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IX homila oyida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Sonning pastki epifizidagi o‘zak IX homila oyida paydo bo‘ladi. Tovon suyagidagi o‘zak V oyda, g‘altaksimon suyakdagi VII oyda shakllanadi. VIII oy esa yutish refleksi paydo bo‘ladigan davr, suyaklanish o‘zagi bilan bog‘liq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263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Yangi tug‘ilgan go‘dak murdasining ichki tekshiruvida og‘iz bo‘shlig‘i va tanglayni o‘rganish uchun asosiy o‘rta kesma qayerdan boshlanadi?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Iyak sohasidan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Pastki labdan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Yuqori labdan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Bo‘yinning yuqori qismidan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Pastki labdan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Tanglay holatini ko‘rish uchun kesma iyakdan emas, pastki labdan boshlanadi. Iyak, yuqori lab va bo‘yin variantlari bu texnikaga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266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Angliya va Uels qonunchiligida topilgan o‘lik chaqaloq haqida qanday huquqiy taxmin amal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Barcha o‘lik chaqaloqlar o‘lik tug‘ilgan deb faraz qilinadi; tirik tug‘ilganini ayblov tomoni isbotlaydi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Barcha o‘lik chaqaloqlar tirik tug‘ilgan deb faraz qilinadi; o‘lik tug‘ilganini ona isbotlaydi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24 haftadan oldin tug‘ilgan chaqaloq har doim tirik tug‘ilgan deb hisoblanadi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Tirik tug‘ilganlik masalasi faqat o‘pka suzish sinamasi natijasiga qarab hal qilinadi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Barcha o‘lik chaqaloqlar o‘lik tug‘ilgan deb faraz qilinadi; tirik tug‘ilganini ayblov tomoni isbotlaydi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Huquqiy taxmin bo‘yicha o‘lik topilgan chaqaloq o‘lik tug‘ilgan hisoblanadi. Tirik tug‘ilganini va alohida mavjudligini isbotlash yuki ayblov tomoniga, demak patologga tushadi. Boshqa variantlar bu tamoyilga zid, suzish sinamasi esa hozir ishonchsiz deb hisoblanadi.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66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Homila murdasining tana uzunligi 45 sm. Gaaze formulasi bo‘yicha (homiladorlikning ikkinchi yarmi uchun) gestatsion yosh necha homila oyiga teng?</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7 homila oyi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8 homila oyi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 homila oyi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9 homila oyi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9 homila oyi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Homiladorlikning ikkinchi yarmida tana uzunligi 5 ga bo‘linadi: 45 : 5 = 9 homila oyi. Kvadrat ildiz usuli (taxminan 6,7, ya’ni 7 oy) faqat birinchi yarmiga tegishli, shuning uchun 7 oy xato. 8 va 10 oy hisobga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262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Chaqaloq murdasida oshqozon va butun ingichka ichakda havo bor, yo‘g‘on ichakda havo yo‘q. Go‘dak tug‘ilgandan keyin taxminan qancha yashagan?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3 soatdan kam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5-6 soat atrofida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Kamida 2-3 sutka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Kamida 1 haftadan ortiq</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5-6 soat atrofida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Havo faqat oshqozonda bo‘lsa, go‘dak 3 soatdan kam yashagan bo‘ladi. 5-6 soatga kelib havo ingichka ichakni to‘ldiradi, 6 soatdan keyin yo‘g‘on ichakka o‘tadi. Demak, ingichka ichak to‘la, yo‘g‘on ichak bo‘sh bo‘lsa, yashash muddati 5-6 soat atrofida. 2-3 sutka va 1 haftadan ortiq bu topilmaga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264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Ekspert o‘pkalarning yoyilganini aniqlab, chaqaloq nafas olganini isbotladi. Nima uchun bu hali chaqaloq onadan to‘liq ajralib, alohida mavjud bo‘lganining mutlaq isboti emas?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Chunki o‘pka suzish sinamasi har doim soxta manfiy natija beradi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Chunki nafas olgan o‘pkaning mikroskopik belgilari boshqalardan farqlanmaydi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Chunki bosh va ko‘krak qafasi tug‘ilgach, tana to‘liq tug‘ilmasdan ham nafas olish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Chunki sun’iy nafas oldirish har doim alveolalarni to‘liq yoyib yuboradi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Chunki bosh va ko‘krak qafasi tug‘ilgach, tana to‘liq tug‘ilmasdan ham nafas olish mumkin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Boshdan kelib tug‘ilishda chaqaloq bosh va ko‘krak qafasi chiqqandan keyin, pastki tana hali tug‘ilmasdan nafas olishi mumkin. Shuning uchun nafas olish faqat alohida mavjudlik ehtimolini bildiradi, mutlaq dalil emas. Qolgan variantlar manbada bunday asoslanmagan yoki mantiqan noto‘g‘ri.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66–67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Ekspert chaqaloq murdasida quloq (Vent-Vreden) sinamasini o‘tkazdi: suv ostida o‘rta quloq nog‘ora bo‘shlig‘i ochilganda havo pufakchalari chiqmadi, bo‘shliqda esa shilimshiq massa topildi. Sinama natijasi nimani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Go‘dak tirik tug‘ilgan, ammo birinchi sutka ichida vafot etgan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Sinama chirish gazlari ta’sirida soxta manfiy natija bergan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Go‘dak o‘lik tug‘ilgan, chunki nafas havoni nog‘ora bo‘shlig‘iga o‘tkazmagan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Go‘dak tug‘ilgach sun’iy nafas oldirilgan, shu sababli havo yo‘q</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Go‘dak o‘lik tug‘ilgan, chunki nafas havoni nog‘ora bo‘shlig‘iga o‘tkazmagan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Birinchi nafas harakatlarida havo eshitish nayi orqali nog‘ora bo‘shlig‘iga o‘tadi. Havo yo‘q va shilimshiq borligi nafas bo‘lmaganini, ya’ni o‘lik tug‘ilganlikni ko‘rsatadi. Boshqa variantlar kitobdagi talqinga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Пиголкин Ю.И., Баринов Е.Х., Богомолов Д.В., Богомолова И.Н., Судебная медицина: учебник для вузов, 33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Homila murdasida tovon suyagida diametri 0,9 sm, g‘altaksimon suyakda 0,8 sm suyaklanish o‘zagi topildi, sonning pastki epifizida esa o‘zak yo‘q. Faqat shu belgilarga tayanib, gestatsion yosh qaysi oraliqda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 homila oyidan oldin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 va VII homila oylari oralig‘ida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IX homila oyidan keyin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VII va IX homila oylari oralig‘ida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VII va IX homila oylari oralig‘ida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G‘altaksimon suyakdagi o‘zak VII oyda paydo bo‘ladi, shuning uchun yosh kamida VII oy. Sonning pastki epifizidagi Beklyar yadrosi esa IX oyda hosil bo‘ladi va u hali yo‘q, demak yosh IX oydan kichik. Tovon suyagidagi o‘zak (V oy) ham mos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263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Noraso chaqaloq murdasi o‘pkasining mikroskopik tekshiruvida ikkilamchi atelektaz o‘choqlari va alveolalar ichki yuzasida gialin membranalari aniqlandi. Go‘dak tug‘ilgandan keyin eng kamida qancha yashagan?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Kamida 5-6 soat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Taxminan 1-2 soat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bir necha soniya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Kamida bir sutka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Kamida 5-6 soat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Gialin membranalar hosil bo‘lishi uchun kamida 1-2 soat kerak. O‘pkaning ikkilamchi atelektazi esa kamida 5-6 soatdan keyin rivojlanadi. Ikkala belgi birga topilganda uzunroq muddat, ya’ni 5-6 soat quyi chegara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264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Uyda topilgan chaqaloq murdasining yuz va bo‘yin terisida shilinma hamda qontalashlar, og‘iz burchaklarida yirtiqlar bor. Kalla suyaklari butun, kalla ichida qon quyilish yo‘q. Jarohatlarning eng ehtimol mexanizmi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Tug‘ruq travmasi: bosh tug‘ruq yo‘llarida uzoq qisilgan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Tug‘ayotgan ayolning qo‘llari bilan tug‘ruqni tezlashtirishga urinishi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Homila ichi asfiksiyasi: kindikning bo‘yin atrofida o‘ralib qolishi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Passiv go‘dak o‘ldirish: chaqaloq qarovsiz qoldirilib sovuq qotgan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Tug‘ayotgan ayolning qo‘llari bilan tug‘ruqni tezlashtirishga urinishi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Yuz va bo‘yindagi shilinma, qontalashlar hamda og‘iz burchaklarining yorilishi ayolning o‘ziga yordam ko‘rsatishi uchun xos. Tug‘ruq travmasida kalla suyaklari sinishi va kalla ichi qon quyilishi bo‘ladi, tashqi jarohatlar esa hosil bo‘lmaydi. Asfiksiya va sovuq qotish bunday mahalliy jarohatlar bermaydi.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265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Ikki yoshgacha bo‘lgan bola murdasining rentgenida umurtqa yonida, chiziq bo‘ylab joylashgan orqa qobirg‘alarda kallus (bitish) belgilari ko‘rindi, ular ‘marjon tizmasi’ ko‘rinishida. Bu topilma qaysi mexanizmni eng ko‘p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Mebel balandligidan passiv yiqilish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Yurak-o‘pka reanimatsiyasi paytida ko‘krak qafasini bosish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Katta odam qo‘llari bilan ko‘krak qafasining takroran kuchli siqilishi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Chaqaloqlarning to‘satdan o‘lim sindromiga xos morfologik o‘zgarish</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Katta odam qo‘llari bilan ko‘krak qafasining takroran kuchli siqilishi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Orqa qobirg‘alardagi kallus zanjiri ko‘krak qafasi oldingi-orqa yo‘nalishda bir yoki bir necha marta kuchli siqilganini bildiradi. Reanimatsiya bunday orqa sinishlarni biomexanik jihatdan kam keltirib chiqaradi. To‘satdan o‘lim sindromida esa o‘ziga xos topilma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71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Uch oylik chaqaloq kechasi uxlashga yotqizilgan, ertalab o‘lik topildi. To‘liq autopsiya va holatlar tahlilidan so‘ng timus, plevra va epikardda nuqtali qon quyilishlardan boshqa o‘zgarish topilmadi. Bu qon quyilishlarni qanday baholash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Mexanik bo‘g‘ilishdan o‘limning aniq isboti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Agonal hodisa, o‘lim sababi emas; to‘satdan o‘lim sindromi tashxisiga zid emas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Tug‘ruq travmasining kechikkan oqibati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O‘tkir virusli infeksiyaning o‘ziga xos belgisi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Mexanik bo‘g‘ilishdan o‘limning aniq isboti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Ko‘krak ichi petexiyalari taxminan 70% holatlarda uchraydi va hozir agonal hodisa hisoblanadi. Ular o‘lim sababi emas va mexanik bo‘g‘ilishni isbotlamaydi, shuning uchun to‘satdan o‘lim sindromi tashxisiga zid emas. Boshqa variantlarni topilma tasdiqlamaydi.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69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Homila murdasi tekshirilganda teri keng ko‘chgan, pushti-jigarrang yoki qizg‘ish, to‘qimalar yumshoq va shilimshiq-yarim shaffof, bosh suyaklari bir-birining ustiga o‘tib, bosh qisman cho‘kkan. Bu manzara qaysi holatga eng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Tug‘ruq jarayonining o‘zida sodir bo‘lgan o‘lim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Tirik tug‘ilib, so‘ng chiriy boshlagan chaqaloq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Tug‘ruqdan bir necha kun oldin bachadon ichida o‘lib, suyuqlik ta’sirida maseratsiyaga uchragan homila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Tug‘ilgandan keyin bir necha soat yashab, sovuq qotishdan o‘lgan chaqaloq</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Tug‘ruqdan bir necha kun oldin bachadon ichida o‘lib, suyuqlik ta’sirida maseratsiyaga uchragan homila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Maseratsiya o‘lim tug‘ruqdan bir necha kun oldin bo‘lgan va homila suyuqlik ta’sirida erta parchalanganida rivojlanadi. Tug‘ruq jarayonida bo‘lgan o‘limda maseratsiya bo‘lmaydi. Tirik tug‘ilib keyin chiriganda manzara boshqacha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65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Ekspert homila murdasini taxminan 6 oylik deb baholagan edi. Ichak mekoniyida qog‘onoq suvi bilan yutilgan tuk sochlari (Shibkov–Markovin belgisi) aniqlandi. Bu topilma baholashga qanday ta’sir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Taxminni rad etadi: yutish refleksi VIII homila oyida paydo bo‘ladi, demak homila kamida shu muddatga yetgan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Taxminni tasdiqlaydi: yutish refleksi V homila oyidan boshlanadi va tuk sochlari shu paytdan yutiladi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Taxminga ta’sir qilmaydi: mekoniyda tuk sochlari homiladorlikning istalgan muddatida bir xil topiladi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Taxminni tasdiqlaydi: mekoniy tarkibi faqat VI homila oyida tuk sochlarini o‘z ichiga oladi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Taxminni rad etadi: yutish refleksi VIII homila oyida paydo bo‘ladi, demak homila kamida shu muddatga yetgan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Tuk sochlari mekoniyga qog‘onoq suvi yutilgani uchun tushadi, yutish refleksi esa VIII homila oyida paydo bo‘ladi. Shuning uchun 6 oylik homilada bu belgi bo‘lmaydi va taxmin noto‘g‘ri chiqadi. V oy teridagi yog‘ bezlari faoliyati boshlanadigan davr, yutish refleksiga aloqasi yo‘q.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263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Homila murdasining tana uzunligi 46 sm, vazni 2300 g. Darslikdagi mezonlarga ko‘ra, u yetuk homila hisoblanadimi?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 tana uzunligi 45 sm dan oshgani yetarli, vazn ikkinchi darajali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Ha, vazni 2000 g dan yuqori bo‘lsa, yetuklik uchun yetarli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Yo‘q, yetuklik uchun tana uzunligi kamida 50 sm bo‘lishi shart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Yo‘q, uzunlik yetarli bo‘lsa-da, vazn 2500 g dan kam bo‘lmasligi sharti bajarilmagan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Yo‘q, uzunlik yetarli bo‘lsa-da, vazn 2500 g dan kam bo‘lmasligi sharti bajarilmagan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Yetuk homila uchun ikkala shart ham bajarilishi kerak: tana uzunligi 45 sm va undan ortiq, vazn esa 2500 g dan kam bo‘lmasligi. Bu holda uzunlik mos, lekin vazn yetarli emas. 50 sm raso go‘daklarning o‘rtacha ko‘rsatkichiga yaqin, yetuklik chegarasi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262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Chaqaloqqa tug‘ilgandan keyin og‘izdan-og‘izga sun’iy nafas oldirilgan. Murdada o‘pka bo‘lakchalari suvda suzdi va oshqozonda havo topildi. Ekspertning qaysi xulosasi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Ikkala sinama ham musbat, shuning uchun go‘dak mustaqil nafas olgan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Natijalar mustaqil nafasni isbotlamaydi: sun’iy nafas oldirishda o‘pka sinamasi ham, oshqozon-ichak sinamasi ham soxta musbat bo‘lishi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O‘pka sinamasi ishonchsiz, lekin oshqozondagi havo mustaqil nafasni aniq isbotlaydi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Oshqozondagi havo sun’iy nafasni, o‘pkaning suzishi esa mustaqil nafasni isbotlaydi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Natijalar mustaqil nafasni isbotlamaydi: sun’iy nafas oldirishda o‘pka sinamasi ham, oshqozon-ichak sinamasi ham soxta musbat bo‘lishi mumkin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Sun’iy nafas oldirilganda o‘pka bo‘lakchalarining suzishi bir xil bo‘lmaydi va soxta musbat natija berishi mumkin. Havoning bir qismi oshqozonga ham o‘tadi, shuning uchun oshqozon-ichak sinamasi ham ishonchsiz. Bunday holatda tirik tug‘ilganlikni shu sinamalar bilan isbotlab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259–260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10 oylik chaqaloq kechasi uxlashga yotqizilgan, ertalab o‘lik topildi. To‘liq autopsiya, o‘lim holatlari va klinik tarix tahlilidan so‘ng ham sabab aniqlanmadi. Chaqaloqlarning to‘satdan o‘lim sindromi (sudden infant death syndrome, SIDS) nuqtai nazaridan qaysi baho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SIDS bo‘lishi mumkin emas, chunki bunday o‘limlar asosan 1–6 oylikda ro‘y beradi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Sabab topilmasa, o‘lim avtomatik ravishda mexanik asfiksiya deb baholanadi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SIDS tashxisi faqat 3 oylikkacha bo‘lgan bolalarda qo‘yiladi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Mezonlarga mos: bir yoshgacha, uyquda kutilmagan o‘lim, puxta tekshiruvdan keyin ham tushuntirilmagan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Mezonlarga mos: bir yoshgacha, uyquda kutilmagan o‘lim, puxta tekshiruvdan keyin ham tushuntirilmagan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SIDS bir yoshgacha bo‘lgan bolada uyquda boshlangan kutilmagan o‘lim bo‘lib, to‘liq autopsiya va holatlar tahlilidan keyin ham izohlanmaydi. 1–6 oy faqat o‘limlar ko‘proq uchraydigan davr, qat’iy yosh chegarasi emas. Mexanik asfiksiya ham sababsiz ravishda taxmin qilinmaydi.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68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Tirik tug‘ilgan va nafas olgan chaqaloq murdasining tashqi ko‘rigida oltinchi barmoq va quyon lab aniqlandi. Tashqi nuqsonlar ko‘pincha ichki nuqsonlar bilan birga uchrashini hisobga olsa, ekspert nima qilishi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Bosh miya va ichki a’zolarni sinchiklab tekshirib, ichki nuqsonlarni istisno qilishi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Tashqi nuqsonlar aniqlangani uchun ichki tekshiruvdan voz kechib, tashqi ko‘rik bilan cheklanishi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Nuqsonlarni kosmetik deb hisoblab, ichki tekshiruvda faqat o‘pka va ichaklarni ko‘rishi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Faqat yo‘ldosh va kindikni tekshirishi, chunki nuqsonlar yo‘ldosh patologiyasidan kelib chiqadi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Bosh miya va ichki a’zolarni sinchiklab tekshirib, ichki nuqsonlarni istisno qilishi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Tashqi nuqsonlar ko‘pincha ichki nuqsonlar bilan birga bo‘ladi, ularning ba’zilari hayotga layoqatsizlikka olib keladi. Shu sababli bosh miya va ichki a’zolar to‘liq tekshiriladi. Ichki tekshiruvsiz hayotga layoqat haqida to‘g‘ri xulosa chiqarib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263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№3. Ma’ruza: Yangi tug‘ilgan chaqaloqlar murdasini va homilani sud-tibbiy tekshi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10. Homila va yangi tug'ilgan go'daklar murdasi</a:t>
            </a:r>
          </a:p>
          <a:p>
            <a:pPr>
              <a:spcAft>
                <a:spcPts val="1200"/>
              </a:spcAft>
            </a:pPr>
            <a:r>
              <a:rPr sz="1800">
                <a:solidFill>
                  <a:srgbClr val="1F2937"/>
                </a:solidFill>
                <a:latin typeface="Calibri"/>
              </a:rPr>
              <a:t>▸  Payne-James J., Jones R., Karch S.B., Manlove J. Simpson's Forensic Medicine, 13th ed.. 2011. Chapter 7. Deaths and injury in infancy, pp. 65–75</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2-modul. Tanatologiya, hodisa joyi, murda ekspertizasi, yangi tug‘ilgan chaqaloq; bet 41-100</a:t>
            </a:r>
          </a:p>
          <a:p>
            <a:pPr>
              <a:spcAft>
                <a:spcPts val="1200"/>
              </a:spcAft>
            </a:pPr>
            <a:r>
              <a:rPr sz="1800">
                <a:solidFill>
                  <a:srgbClr val="1F2937"/>
                </a:solidFill>
                <a:latin typeface="Calibri"/>
              </a:rPr>
              <a:t>▸  Пиголкин Ю.И., Баринов Е.Х., Богомолов Д.В., Богомолова И.Н. Судебная медицина: учебник для вузов, М.: ГЭОТАР-МЕД (egasi taqdim etgan; yopiq foydalanish). 2002. Kirish, 1-5-boblar: fan, protsessual asos, usullar, tarix, ekspertiza ob’ektlari (kitob beti 5-66) (1/2); bet 5-55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