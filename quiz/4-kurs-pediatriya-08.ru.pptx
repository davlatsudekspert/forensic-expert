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Практическое занятие: Судебно-медицинская экспертиза трупов новорождённых. Детоубийство. Вопросы, разрешаемые экспертизой. Новорождённость, доношенность, жизнеспособность, живорождённость...</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меконии трупа новорождённого обнаружены пушковые волосы (признак Шибкова–Марковина). Этот признак указывает на сформированность глотательного рефлекса у плода. На каком месяце внутриутробного развития появляется глотательный рефлекс?</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VI месяце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VII месяце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VIII месяце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IX месяце внутриутробного развития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На VIII месяце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Глотательный рефлекс появляется на VIII месяце внутриутробного развития. После этого плод заглатывает околоплодные воды с пушковыми волосами, и волосы попадают в меконий. Другие месяцы не соответствуют сроку появления рефлекса.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Для определения гестационного возраста исследуются точки окостенения. На каком месяце внутриутробного развития формируется точка окостенения в пяточной кости?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V месяце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VII месяце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IX месяце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X месяце внутриутробного развития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На V месяце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Точка окостенения в пяточной кости формируется на V месяце внутриутробного развития и имеет диаметр 0,8–1,1 см. VII месяц характерен для таранной кости, а IX месяц — для ядра Бекляра в дистальном эпифизе бедренной кости. X месяц не является сроком появления точек окостенения этих костей.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лёгких живорождённого недоношенного новорождённого на внутренней поверхности альвеол обнаружены гиалиновые мембраны. Сколько минимум должен прожить ребёнок вне материнского организма для образования этих мембран?</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Не менее 3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 менее 24 часов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 менее 5–6 часов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 менее 1–2 часов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Не менее 1–2 часов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Гиалиновые мембраны появляются после того, как ребёнок проживёт не менее 1–2 часов. 5–6 часов необходимы для развития вторичного ателектаза лёгких. 3 часа относятся к случаю, когда воздух обнаруживается только в желудке. 24 часа — срок формирования демаркационного кольца в пупочном остатке.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264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 какому сроку у живорождённого ребёнка формируется реактивное воспаление (демаркационное кольцо) у основания пуповины?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первые несколько минут после рождения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 концу первых суток</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5–7-е сутки после рождения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2–3-и сутки жизни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К концу первых суток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Демаркационное кольцо формируется к концу первых суток, то есть к концу периода новорождённости. На 5–7-е сутки пуповинный остаток отпадает по этой линии. На 2–3-и сутки происходит рассасывание родовой опухоли.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рекомендациям Всемирной организации здравоохранения (ВОЗ), на каких неделях беременности роды считаются срочными?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28–36 недель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34–40 недель</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40–46 недель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37–42 недели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37–42 недели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ВОЗ срочные роды приходятся на 37–42 недели беременности. Дети, родившиеся в этот срок, считаются доношенными. Другие промежутки соответствуют преждевременным родам или запоздалым родам.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261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новорождённого обнаружен перелом костей свода черепа. Какой признак указывает на то, что этот перелом возник в результате родовой травмы, в отличие от постнатальной травмы?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наружных мягких тканях головы не образуются раны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коже головы имеются раны и рубцы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Повреждаются только кости нижней челюсти и лица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Наряду с наружными ранами в области шеи обнаруживаются ссадины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На наружных мягких тканях головы не образуются раны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родовой травме кости могут ломаться, но наружных повреждений, в том числе ран, не образуется. При постнатальных повреждениях же раны могут быть. При родовой травме чаще всего повреждаются теменные и лобные кости, а не кости лица.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265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Длина тела плода составляет 30 см. Чему равен гестационный возраст в днях по индексу Бальтазара–Дерве (5,6)?</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168 дней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150 дней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196 дней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210 дней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168 дней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методу Бальтазара–Дерве длина тела умножается на 5,6: 30 × 5,6 = 168 дней (примерно 6 месяцев внутриутробного развития). Остальные варианты не соответствуют результату этого умножения.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Вместе с трупом плода представлены плацента и пуповина: длина пуповины 46 см, масса плаценты 410 г. Какому месяцу внутриутробного развития соответствуют эти показатели по таблице?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VII месяц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VIII месяц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месяц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 месяц внутриутробного развития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VIII месяц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таблице VIII месяцу внутриутробного развития соответствуют длина пуповины 46 см и масса плаценты 410 г. В VII месяце эти значения меньше (42 см, 340 г), а в IX и X месяцах — больше.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Почему не рекомендуется использовать желудочно-кишечную пробу для установления живорождённости на трупе новорождённого с гнилостными газами?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Проба на гнилом трупе всегда даёт ложноотрицательный результат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гнилом трупе нельзя выделить желудочно-кишечный комплекс</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За счёт гнилостных газов проба может дать ложноположительный результат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Гнилостные газы полностью поглощают воздух в кишечнике</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За счёт гнилостных газов проба может дать ложноположительный результат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Гнилостные газы заставляют желудок и кишечник всплывать в воде, поэтому положительный результат может получиться даже при отсутствии дыхания. Остальные варианты не отражают реального ограничения пробы.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Рентгенологическая проба в настоящее время не применяется в практике судебно-медицинской экспертизы. В чём её основной диагностический недостаток?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Она позволяет исследовать только отдельные доли лёгких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Она приводит к потере части воздуха в лёгком, которым дышали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Её можно проводить только после полного вскрытия трупа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Она не позволяет отличить лёгкое, которым дышали, от искусственной вентиляции и гнилостных газов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Она не позволяет отличить лёгкое, которым дышали, от искусственной вентиляции и гнилостных газов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 рентгенограмме видны воздух в лёгких, желудке и кишечнике, но его источник (собственное дыхание, искусственная вентиляция или гнилостные газы) не различается. Проба проводится до вскрытия трупа, поэтому остальные варианты неверны.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У новорождённого, не начавшего дышать, масса лёгких составляет 55–60 г. Какой примерно станет их масса после начала дыхания и установления кровообращения в лёгких?</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70–75 г</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85–90 г</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100–110 г</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120–130 г</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85–90 г</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 началом дыхания в лёгких устанавливается кровообращение, и масса увеличивается до 85–90 г. Остальные интервалы не соответствуют значению, приведённому в источнике.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доношенного плода просвет толстой кишки широкий и заполнен меконием. Как изменяется просвет толстой кишки, если при внутриутробной асфиксии меконий полностью или частично выходит из кишечника?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Просвет ещё больше расширяется, стенка заметно истончается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Просвет не изменяется, меняется только цвет мекония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Просвет заметно суживается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Просвет заполняется воздухом, кишечник раздувается</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Просвет заметно суживается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внутриутробной асфиксии меконий выходит из кишечника, и просвет толстой кишки суживается. Этот признак вместе с обилием мекония в околоплодных водах подтверждает асфиксию.</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265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микроскопическом исследовании лёгких трупа новорождённого альвеолы не расправлены, межальвеолярные перегородки толстые, в капиллярах крови нет. Какую форму имеет альвеолярный эпителий в таком лёгком?</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Плоскую</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Кубическую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Цилиндрическую</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Многослойную плоскую</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Кубическую</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лёгких не дышавшего (мертворождённого) ребёнка альвеолы не расправлены, эпителий остаётся кубическим. В лёгких дышавшего ребёнка из-за расправления альвеол эпителий уплощается, перегородки истончаются, а капилляры наполняются кровью. Остальные варианты не характерны для не дышавшего лёгкого.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261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просвете артерий мелкого и среднего калибра лёгких новорождённого обнаружены «почкообразные» и «подушкообразные» выпячивания (признак Н.А. Митяевой). Для какого ребёнка характерен этот признак?</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Ребёнок со вторичным ателектазом, проживший несколько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Ребёнок, которому проводили искусственное дыхание, а затем умерший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Недоношенный ребёнок с гиалиновыми мембранами, родившийся живым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Мертворождённый ребёнок</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Мертворождённый ребёнок</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Такие выпячивания в просвете артерий выявляются у мертворождённых и не встречаются в лёгких дышавшего ребёнка. Гиалиновые мембраны, напротив, встречаются у живорождённых недоношенных. Поэтому этот признак помогает исключить живорождение.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261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вскрытии трупа новорождённого барабанная полость вскрыта под водой: пузырьки воздуха не выделились, в полости обнаружена слизь. О чём свидетельствует такой результат ушной пробы (Вендта–Вредена)?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Ребёнок родился мёртвым, дыхательных движений не было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Ребёнок родился живым, воздух впоследствии рассосался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Ребёнок родился живым, но нежизнеспособным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Ребёнок дышал, но прожил всего несколько минут</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Ребёнок родился мёртвым, дыхательных движений не было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первых дыхательных движениях воздух через слуховую трубу попадает в барабанную полость. Если воздуха нет и обнаружена лишь слизь, это считается доказательством мертворождённости. Остальные варианты противоречат логике пробы.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Пиголкин Ю.И., Баринов Е.Х., Богомолов Д.В., Богомолова И.Н., Судебная медицина: учебник для вузов, 33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экспертизу доставлен труп новорождённого от одноплодной беременности: длина тела 46 см, масса 2400 г. Какой вывод верен по критериям зрелости?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Зрелый и доношенный, так как длина тела соответствует требованию</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Зрелый, так как небольшой недобор массы до 2500 г не имеет значения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Незрелый, так как масса менее 2500 г</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Незрелый, так как длина тела менее 50 см</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Незрелый, так как масса менее 2500 г</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Для признания ребёнка зрелым длина тела должна быть не менее 45 см, а масса — не менее 2500 г. У этого ребёнка длина достаточна, но масса ниже нормы, поэтому он незрелый. 50 см не является границей зрелости, это значение близко к среднему показателю у доношенных детей.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вскрытии трупа в лёгких ребёнка выявлены признаки дыхания. В условиях законодательства Англии и Уэльса может ли эксперт на этом основании заключить, что «самостоятельное существование» ребёнка доказано абсолютно?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Да, так как дыхание является абсолютным доказательством самостоятельного существования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Нет, так как ребёнок может дышать после рождения головы и грудной клетки, ещё до рождения нижней части тела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Нет, так как факт дыхания на трупе вообще невозможно установить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Да, так как дыхание начинается только после полного отделения ребёнка от матери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Нет, так как ребёнок может дышать после рождения головы и грудной клетки, ещё до рождения нижней части тела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головном предлежании ребёнок может дышать после рождения головы и грудной клетки, когда нижняя часть тела ещё находится в теле матери. Поэтому признак дыхания сам по себе не доказывает полного отделения. Установить факт дыхания в ряде случаев возможно, поэтому третий вариант неверен.</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66-67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лёгких живорождённого недоношенного ребёнка выявлены и гиалиновые мембраны, и вторичный ателектаз. Исходя из этих двух признаков, сколько как минимум прожил ребёнок вне организма матери?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Не менее 30 минут</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 менее 1–2 часов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 менее 24 часов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 менее 5–6 часов</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Не менее 5–6 часов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Для образования гиалиновых мембран необходимо прожить не менее 1–2 часов. Вторичный ателектаз развивается не ранее чем через 5–6 часов. При наличии обоих признаков минимальный срок определяет признак, требующий больше времени, то есть 5–6 часов.</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264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экспертизу доставлен труп плода, окружность головы 27,2 см. Какому месяцу внутриутробного развития соответствует гестационный возраст по методу И. Якупова (1981)?</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 месяцев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 месяцев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9 месяцев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месяцев внутриутробного развития</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 месяцев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методу Якупова окружность головы делят на 3,4: 27,2 : 3,4 = 8, то есть 8 месяцев внутриутробного развития. Остальные варианты не соответствуют результату этого деления (например, 10 месяцам соответствует окружность 34 см).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новорождённого кожа широко отслоена, цвет розово-бурый, ткани мягкие, слизистые и полупрозрачные, кости черепа находят друг на друга. К какому выводу приводит эта картина?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Ребёнок умер в процессе родов, смерть наступила во время родов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Ребёнок прожил несколько минут после рождения, затем началось гниение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Ребёнок родился живым, прожил несколько дней и умер от холода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Плод умер в матке как минимум за несколько дней до родов</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Плод умер в матке как минимум за несколько дней до родов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Описанные изменения характерны для мацерации, которая развивается при смерти за несколько дней до родов вследствие пребывания мёртвого плода в жидкости. При смерти во время родов мацерации не бывает, а вид трупа ребёнка, родившегося живым и подвергшегося гниению, отличается от этого.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65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плода, погибшего во время родов, в области лица и шеи обнаружены ссадины и кровоподтёки, а в углах рта — разрывы. С каким механизмом эксперт может связать эти повреждения?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Роженица помогала себе руками, чтобы ускорить роды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Длительное сдавление головы в узком тазу с переломами костей свода черепа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Преждевременная отслойка плаценты с развитием внутриутробной асфиксии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Внутриутробная асфиксия из-за истинного узла пуповины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Роженица помогала себе руками, чтобы ускорить роды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Ссадины лица и шеи, а также разрывы углов рта характерны для самопомощи женщины в родах. При родовой травме наружных повреждений, в том числе ран, не образуется, а при внутриутробной асфиксии обнаруживаются только признаки быстро наступившей смерти.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265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По законодательству Англии и Уэльса мать умышленно убила своего 9-месячного ребёнка; в то время её психическое равновесие было нарушено под влиянием лактации. Как оценивается эта ситуация?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Оценивается как обычное убийство (murder), применяется обязательное пожизненное лишение свободы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Это не infanticide, так как в судебной медицине такой период ограничен только первыми 24 часами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Infanticide по Infanticide Act 1938, а наказание определяется как за убийство по неосторожности (manslaughter)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Оформляется только как мертворождение, уголовная ответственность не устанавливается</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Infanticide по Infanticide Act 1938, а наказание определяется как за убийство по неосторожности (manslaughter)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этому закону, если мать умышленно убила своего ребёнка, не достигшего одного года, и её психическое равновесие было нарушено вследствие родов или лактации, она отвечает за infanticide, а наказание такое же, как за manslaughter. 24-часовая граница относится к понятию «новорождённость» в судебной медицине Узбекистана, а закон Англии охватывает ребёнка до 12 месяцев.</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66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трупе плода пуповина обвита вокруг шеи. Какой комплекс находок в большей степени указывает на смерть от внутриутробной асфиксии?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Признаки быстро наступившей смерти, аспирация околоплодных вод, большое количество мекония в околоплодных водах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Демаркационное кольцо на пуповине, молоко в желудке, гиалиновые мембраны в альвеолах лёгких</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Толстая кишка широкая и заполнена меконием, альвеолы лёгких расправлены, воздух в желудке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Мацерация кожи, налезание костей черепа друг на друга, отсутствие аспирации околоплодных вод</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Признаки быстро наступившей смерти, аспирация околоплодных вод, большое количество мекония в околоплодных водах</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внутриутробной асфиксии обнаруживаются признаки быстро наступившей смерти, аспирация околоплодных вод и большое количество мекония в водах. Признаки во втором и третьем вариантах характерны для живорождения и дыхания, а в четвёртом — для смерти, наступившей за несколько дней до этого.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264-265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По законодательству Англии и Уэльса 26-недельный плод полностью отделился от матери, не дышал и не проявлял признаков жизни. При родах присутствовал врач. Какой документ оформляется?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Врач выдаёт обычное свидетельство о смерти, так как ребёнок был старше 24 недель</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Полиция оформляет уголовное дело по infanticide, и документ выдаётся на этом основании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Врач или акушерка заполняет свидетельство о мертворождении (stillbirth)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Никакой документ не выдаётся, так как такой плод не считается «ребёнком»</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Врач или акушерка заполняет свидетельство о мертворождении (stillbirth)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определению Англии и Уэльса, ребёнок с гестационным возрастом более 24 недель и без дыхания или признаков жизни считается мертворождённым. Поскольку в юридическом смысле он никогда не «жил», свидетельство о смерти не выдаётся, вместо него заполняется специальное свидетельство о мертворождении (stillbirth).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65-66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живорождённого младенца с длиной тела 51 см и массой 3200 г при наружном осмотре выявлены заячья губа и шестой палец. Каковы правильные дальнейшие действия эксперта?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Оценив пороки как незначительные, ограничиться только наружным осмотром без вскрытия внутренних органов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Тщательно исследовать головной мозг и внутренние органы для исключения внутренних пороков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Оценив пороки как последствие родовой травмы, завершить исследование, не начиная внутреннего осмотра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Признав младенца нежизнеспособным, труп не вскрывать вовсе</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Тщательно исследовать головной мозг и внутренние органы для исключения внутренних пороков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Наружные пороки часто сочетаются с внутренними, а такие пороки, как анэнцефалия или двухкамерное сердце, несовместимы с жизнью. Поэтому исследование внутренних органов обязательно. Младенец зрелый и доношенный, под критерии глубокой недоношенности (менее 25 см, 500 г) не подпадает. При родовой травме такие наружные пороки не образуются.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в пяточной кости имеется ядро окостенения диаметром 0,9 см, в блоковидной (таранной) кости — 0,8 см, а в нижней эпифизе бедренной кости (ядро Беклара) ядро не обнаружено. Если предположить, что патологических состояний при беременности не было, какому промежутку соответствует гестационный возраст?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IV–V месяц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V–VI месяц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VII–VIII месяц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IX–X месяц внутриутробного развития</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VII–VIII месяц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Ядро в блоковидной (таранной) кости появляется на VII месяце, поэтому возраст не может быть меньше VII месяца. Ядро в эпифизе бедра формируется на IX месяце, а его отсутствие указывает, что возраст меньше IX месяца. Заболевания или вредные привычки в период беременности могут быть причиной позднего появления ядер, поэтому эта оценка приблизительная.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новорождённого в желудке и тонкой кишке имеется воздух, в толстой кишке воздуха нет. Признаки гниения и искусственного дыхания не выявлены. Сколько примерно прожил младенец вне организма матери?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Примерно 5–6 часов: воздух заполнил тонкую кишку, но в толстую ещё не перешёл</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Менее 3 часов: период, когда воздух бывает только в желудке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Более 6 часов: воздух уже перешёл бы в толстую кишку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Примерно 1–2 часа: срок, достаточный для образования гиалиновых мембран</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Примерно 5–6 часов: воздух заполнил тонкую кишку, но в толстую ещё не перешёл</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Воздух сначала накапливается в желудке, к 5–6 часам заполняет тонкую кишку, а после 6 часов переходит в толстую кишку. Состояние, когда тонкая кишка заполнена, а толстая пуста, соответствует 5–6 часам. Поскольку эти сроки приблизительны, их оценивают вместе с другими признаками.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264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Двухмесячный младенец ночью спал здоровым, а утром был обнаружен мёртвым. При вскрытии на плевре, эпикарде и в тимусе имеются мелкоточечные кровоизлияния (петехии), другой причины смерти не выявлено. Как правильно оценить эти петехии?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Абсолютное доказательство механической асфиксии, поэтому дело рассматривается как умышленное убийство</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Явный признак вирусной инфекции, причина смерти — эта инфекция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Поздний исход родовой травмы и непосредственная причина смерти</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Агональное явление, а не причина смерти; если причина не найдена, оценивается как синдром внезапной детской смерти (SIDS)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Агональное явление, а не причина смерти; если причина не найдена, оценивается как синдром внезапной детской смерти (SIDS)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Такие петехии при синдроме внезапной смерти встречаются примерно в 70% случаев и сейчас рассматриваются как предсмертное явление. Раньше их ошибочно считали доказательством механической асфиксии. Диагноз SIDS ставится, когда причина не установлена и после полного вскрытия, изучения обстоятельств и анализа истории болезни.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68–69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смерти трёхмесячного младенца на рентгенограмме и при вскрытии на задних рёбрах, по линии вблизи позвонков, обнаружен ряд костных мозолей, напоминающий нить бус. Какая интерпретация этой находки наиболее достоверна?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Обычное последствие массажа грудной клетки при реанимации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Единственный и обычный признак родовой травмы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Повторные эпизоды сильного сдавления грудной клетки руками взрослого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Случайный перелом передне-боковых рёбер при падении</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Повторные эпизоды сильного сдавления грудной клетки руками взрослого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Такая костная мозоль на задних рёбрах возникает в результате сильного сдавления в передне-заднем направлении, то есть соответствует сдавлению грудной клетки руками взрослого. Переломы задних рёбер при реанимации биомеханически маловероятны, а передне-боковые переломы при реанимации встречаются редко. Переломы рёбер у детей редко бывают случайными.</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71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четырёхмесячного младенца обнаружены множественные двусторонние переломы черепа. Отец говорит, что ребёнок упал со стандартной кровати (высотой около 60 см) на ковровый пол. В исследовании при пассивном падении трупов младенцев на ковровый пол перелом костей наблюдался только с высоты 80 см. Какова оценка эксперта?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Объяснение полностью соответствует, так как такие переломы возникают с любой высоты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Объяснение неубедительно: высота ниже 80 см, множественные двусторонние переломы позволяют предположить насилие, изучаются дополнительные факторы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При переломе обязательно должно быть повреждение мозга, поэтому падение полностью исключается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При насилии переломы в основном бывают в основании черепа, поэтому эта деталь не имеет значения</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Объяснение неубедительно: высота ниже 80 см, множественные двусторонние переломы позволяют предположить насилие, изучаются дополнительные факторы</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Высота стандартной мебели (около 40–70 см) ниже 80 см, поэтому падение с мебели не является вероятной причиной перелома черепа, даже если мебель необычно высокая или есть другие факторы. Переломы при насилии часто множественные, двусторонние или пересекают шов, а перелом основания встречается редко. Перелом черепа не всегда сопровождается повреждением мозга. Возможность смертельного исхода при падении с небольшой высоты остаётся спорной.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71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Судебно-медицинская экспертиза трупов новорождённых. Детоу · Автомат</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