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4-kurs-davolash-08-q01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4-kurs-davolash-08-q02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4-kurs-davolash-08-q03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4-kurs-davolash-08-q04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4-kurs-davolash-08-q05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4-kurs-davolash-08-q06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4-kurs-davolash-08-q07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4-kurs-davolash-08-q08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4-kurs-davolash-08-q09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4-kurs-davolash-08-q10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4-kurs-davolash-08-q11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4-kurs-davolash-08-q12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4-kurs-davolash-08-q13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4-kurs-davolash-08-q14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4-kurs-davolash-08-q15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4-kurs-davolash-08-q16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4-kurs-davolash-08-q17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4-kurs-davolash-08-q18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4-kurs-davolash-08-q19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4-kurs-davolash-08-q20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4-kurs-davolash-08-q21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4-kurs-davolash-08-q22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4-kurs-davolash-08-q23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4-kurs-davolash-08-q24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4-kurs-davolash-08-q25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4-kurs-davolash-08-q26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4-kurs-davolash-08-q27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4-kurs-davolash-08-q28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4-kurs-davolash-08-q29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4-kurs-davolash-08-q30 · сложный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№4. Лекция: Повреждение организма и смерть вследствие кислородной недостаточности.</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Тест для аудитории · 30 вопросов</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Автоматический перевод — не проверен</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Какой уровень концентрации углекислого газа в воздухе опасен для жизни детей?</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При достижении 0,5%</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При достижении 2,0–2,5%</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При достижении 5,0–6,0%</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При достижении 8–10%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При достижении 2,0–2,5%</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У детей опасный уровень составляет 2,0–2,5%. При 0,5% же лишь учащается ритм дыхания и усиливается вентиляция лёгких. 8–10% — уровень, приводящий к смерти у взрослых.</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130 стр.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Какую примерно часть случаев смерти от механической асфиксии составляет повешение?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30–35%</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45–50%</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65–70%</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85–90%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65–70%</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Повешение — наиболее часто встречающийся вид механической асфиксии, на него приходится 65–70% случаев смерти от асфиксии. Остальные варианты занижают или завышают эту долю.</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111 стр.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При асфиктическом («сухом») утоплении вода не попадает в трахею и бронхи. Какова основная причина этого?</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Вследствие раздражения рецепторов возникает спазм гортани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Кашлевой рефлекс усиливается, и вода полностью выбрасывается наружу</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Перелом подъязычной кости приводит к закрытию трахеи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Стенки альвеол разрываются, и вода непосредственно попадает в кровь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Вследствие раздражения рецепторов возникает спазм гортани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асфиктическом утоплении раздражение рецепторов приводит к спазму гортани, и вода не попадает в нижние дыхательные пути. Проникновение воды в кровь через альвеолы характерно для истинного утопления. Перелом подъязычной кости к этому механизму отношения не имеет.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121 стр.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При асфиктическом утоплении из-за ларингоспазма вода в большей степени попадает в желудок (признак Фегерлунда). Какое максимальное количество воды можно примерно обнаружить в желудке?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До 100 мл</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До 300 мл</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До 500 мл</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До 1 л</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До 1 л</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асфиктическом утоплении, поскольку вода не проникает в дыхательные пути, в желудке может быть обнаружено до 1 л воды. При истинном утоплении этот показатель составляет до 300 мл. Поэтому 300 мл — отвлекающий вариант.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123 стр.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После пребывания трупа в воде в течение 2–3 недель кожа кистей и стоп отделяется вместе с ногтями. Как называется этот признак?</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«рука прачки»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«перчатки смерти»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«гусиная кожа»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«признак медной проволоки»</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«перчатки смерти»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Спустя 2–3 недели кожа отделяется вместе с ногтями в виде «перчаток смерти» и «носков смерти». «Рука прачки» обозначает более раннюю стадию — в течение нескольких дней. «Гусиная кожа» образуется в холодной воде вследствие сокращения мышц кожи. «Признак медной проволоки» — это след мягкой петли.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127 стр.</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 дыхательных путях трупа обнаружены рвотные массы. Что из перечисленного в большей степени подтверждает, что эти массы попали туда в результате прижизненной аспирации, а не после смерти?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Обнаружение масс также в полости рта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Наличие масс только в гортани в небольшом количестве</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Проникновение масс до мелких бронхов и альвеол</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Обнаружение масс вместе с гнилостными газами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Проникновение масс до мелких бронхов и альвеол</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Массы, попавшие в дыхательные пути при реанимации, транспортировке трупа или гниении, бывают относительно скудными и не обнаруживаются в мелких бронхах и альвеолах. При прижизненной аспирации они проникают до мелких бронхов и альвеол. Остальные варианты прижизненность не доказывают.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120-121 стр.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При исследовании трупа кожный лоскут из области странгуляционной борозды, очищенный от подкожной жировой клетчатки, рассмотрели в проходящем свете между двумя предметными стёклами. В области валика борозды обнаружены полнокровие и кровоизлияния. О чём свидетельствует эта находка?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О том, что борозда образовалась в результате наложения петли на труп после смерти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О том, что петля была изготовлена из твёрдого материала, а узел расположен сзади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О том, что борозда прижизненная, то есть причинена при жизни (проба Бокариуса)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О том, что борозда образовалась только под действием массы тела, то есть при полном повешении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О том, что борозда прижизненная, то есть причинена при жизни (проба Бокариуса)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Кровоизлияния и полнокровие образуются при сохранённом кровообращении, поэтому проба Бокариуса указывает на прижизненность борозды. Остальные варианты относятся к виду петли, расположению узла или виду повешения и этой пробой не определяются.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116 стр.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При асфиктическом утоплении для выявления воздушной эмболии сердца на трупе проводится проба Сунцова. Что делается при этой пробе?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Кончиком скальпеля прокалывают левый желудочек сердца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Кончиком скальпеля прокалывают правый желудочек сердца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Лёгочную артерию вскрывают под водой и определяют выделившийся газ</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Сердечную сумку заполняют жидкостью и надавливают на левое предсердие</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Кончиком скальпеля прокалывают левый желудочек сердца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асфиктическом утоплении воздух через лёгочные вены накапливается в левых камерах сердца, поэтому прокалывают левый желудочек. При исследовании воздушной эмболии при механических повреждениях обычно прокалывают правый желудочек — в этом отличие данной пробы.</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123 стр.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При утоплении в морской воде осмотическое давление солёной воды значительно выше, чем давление крови. Какое изменение крови наблюдается вследствие этого?</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Гемодилюция и осмотический гемолиз эритроцитов</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Более светлая кровь левого желудочка по сравнению с правым</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Разжижение крови и розовый оттенок трупных пятен</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Гиповолемия и сгущение крови (гемоконцентрация)</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Гиповолемия и сгущение крови (гемоконцентрация)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солёной воде вода из альвеол не переходит в кровь, напротив, жидкая часть крови выходит в альвеолы, а электролиты поступают в кровь. В результате кровь сгущается. Остальные варианты — изменения, характерные для истинного утопления в пресной воде.</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123 стр.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При компрессионной асфиксии при длительном сдавлении лёгочная ткань приобретает ярко-красный цвет и развивается «карминовый отёк» (признак Лаккасаня). Чем объясняется это состояние?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Повышением активности фермента фибриногеназы в лёгких</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Накоплением в лёгких большего количества насыщенной кислородом крови при слабом дыхании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Разрывом межальвеолярных перегородок и попаданием воздуха в лёгочные вены</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Попаданием воды в альвеолы и гемолизом эритроцитов</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Накоплением в лёгких большего количества насыщенной кислородом крови при слабом дыхании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длительном сдавлении дыхание становится слабым, в лёгких, по сравнению с другими органами, остаётся больше насыщенной кислородом крови, и ткань приобретает ярко-красный цвет. Остальные варианты объясняют другие процессы (разжижение крови, воздушную эмболию, гемолиз при утоплении).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129 стр.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Каково соотношение наружных и внутренних повреждений на трупе лица, погибшего в результате удавления шеи руками?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Наружные и внутренние повреждения выражены в одинаковой степени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Наружные повреждения всегда более обширны, чем внутренние</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Внутренних повреждений нет, встречаются только подкожные кровоподтёки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Внутренние повреждения выражены ярче и обширнее наружных</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Внутренние повреждения выражены ярче и обширнее наружных</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удавлении руками внутренние изменения, такие как переломы подъязычной кости и хрящей гортани, кровоизлияния в мягкие ткани, выражены сильнее, чем видимые на коже кровоподтёки и ссадины. При удавлении через мягкий предмет наружные следы могут отсутствовать вовсе.</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118 стр.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Лицо, находившееся в бессознательном состоянии, попало в ограниченное пространство, долгое время оставалось с головой, согнутой вперёд, и умерло от позиционной асфиксии. Какое состояние на шее трупа для этого характерно?</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Странгуляционной борозды нет, подъязычная кость и хрящи гортани не повреждены</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Горизонтальная замкнутая борозда, переломы рогов подъязычной кости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Косо-вертикальная борозда, поперечные разрывы интимы сонной артерии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Глубокая борозда на уровне щитовидного хряща и ссадины со следами ногтей</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Странгуляционной борозды нет, подъязычная кость и хрящи гортани не повреждены</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позиционной асфиксии на шее не образуется истинной странгуляционной борозды, лишь складка сгибания может быть похожа на неё. Подъязычная кость и хрящи гортани также не повреждаются. Остальные варианты характерны для удавления петлёй или руками.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119 стр.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При истинном утоплении под висцеральной плеврой обнаруживаются более крупные по сравнению с пятнами Тардье розовато-красные кровоизлияния с расплывчатыми краями (пятна Rasskazov-Lukomskiy-Paltauf). Как они образуются?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Вследствие повышения давления в плевральной полости при экспираторной одышке и разрыва сосудов</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Вследствие расширения под действием ларингоспазма кровоизлияний, возникших при инспираторной одышке</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Вследствие гемолиза водой в терминальной стадии дыхания пятен Тардье, образовавшихся в стадии инспираторной одышки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Вследствие кровотечения в междолевые промежутки лёгких в результате сдавления рёбер</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Вследствие гемолиза водой в терминальной стадии дыхания пятен Тардье, образовавшихся в стадии инспираторной одышки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Сначала в стадии инспираторной одышки образуются обычные пятна Тардье. В терминальной стадии дыхания вода, прошедшая через альвеолы, вызывает гемолиз крови в них, поэтому пятна увеличиваются, приобретают бледно-розовый оттенок, а их границы расплываются. Остальные варианты этот механизм не объясняют.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122 стр.</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При повешении с атипичным расположением узла петли (спереди или сбоку) может наблюдаться аспирация желудочного содержимого в дыхательные пути. Чем это объясняется?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Пищевод не перекрывается полностью, и раздражение блуждающего нерва вызывает рвоту</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Пищевод полностью перекрывается петлёй, и содержимое желудка выбрасывается под давлением</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Перелом подъязычной кости, вход в гортань остаётся открытым</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Сдавление сонных артерий приводит к развитию отёка головного мозга</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Пищевод не перекрывается полностью, и раздражение блуждающего нерва вызывает рвоту</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атипичном узле пищевод полностью не перекрывается, раздражается блуждающий нерв и возникает рвота, а содержимое аспирируется в дыхательные пути. Полное перекрытие пищевода для этого состояния не характерно. Перелом подъязычной кости и отёк мозга аспирацию не объясняют.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113-114 стр.</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Какой из признаков, связанных с растяжением шеи при повешении, указывает на кровоизлияние и разрыв в нижнем конце грудино-ключично-сосцевидной мышцы?</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Признак Амюсса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Признак Мартина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Признак Симона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Признак Вальхера</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Признак Вальхера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Кровоизлияние и разрыв в нижнем конце грудино-ключично-сосцевидной мышцы называется признаком Вальхера. Признак Амюсса — поперечные разрывы интимы сонной артерии, признак Мартина — кровоизлияние в наружную оболочку артерии, а признак Симона — кровоизлияния в межпозвоночные диски шейного отдела.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116 стр.</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При удавлении шеи руками на шее потерпевшего с каждой стороны на передней поверхности обнаружено по 2-4 кровоподтёка и ссадины, а на задней поверхности — по одному. Каким способом, вероятнее всего, осуществлено удавление?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Двумя руками спереди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Двумя руками сзади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Одной рукой спереди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Через мягкий предмет плечом или предплечьем</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Двумя руками сзади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удавлении двумя руками сзади на каждой стороне шеи остаётся по 2-4 следа на передней поверхности и по одному на задней. При удавлении двумя руками спереди бывает наоборот: по одному на передней поверхности и по 2-4 на задней. При сдавлении через мягкий предмет или плечом, предплечьем наружных следов мало или они отсутствуют.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118 стр.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Лицо с массой тела 70 кг повисло, опираясь на колени. При повешении с опорой на колени петля затягивается силой, равной 20% массы тела. Какой силой примерно затягивается петля?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14 кг</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7 кг</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35 кг</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4-5 кг</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14 кг</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20% от 70 кг составляют 14 кг. 7 кг (10%) и 35 кг (50%) — неверные расчёты. А 4-5 кг соответствует массе головы, затягивающей петлю при повешении в лежачем положении.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112 стр.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На трупе, извлечённом из озера, кровь в левых камерах сердца светлее, чем в правых, эндокард левых камер красноватый, в брюшной полости около 100 мл свободной жидкости, а под плеврой имеются розовато-красные кровоизлияния с расплывчатыми краями. Для какого состояния характерна эта картина?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Истинное утопление в морской воде</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Асфиктическое утопление в пресной воде</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Истинное утопление в пресной воде</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Внезапная (синкопальная) смерть в воде</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Истинное утопление в пресной воде</a:t>
            </a:r>
          </a:p>
        </p:txBody>
      </p:sp>
      <p:sp>
        <p:nvSpPr>
          <p:cNvPr id="9" name="TextBox 8"/>
          <p:cNvSpPr txBox="1"/>
          <p:nvPr/>
        </p:nvSpPr>
        <p:spPr>
          <a:xfrm>
            <a:off x="640080" y="2468880"/>
            <a:ext cx="10911535" cy="3291840"/>
          </a:xfrm>
          <a:prstGeom prst="rect">
            <a:avLst/>
          </a:prstGeom>
          <a:noFill/>
        </p:spPr>
        <p:txBody>
          <a:bodyPr wrap="square">
            <a:spAutoFit/>
          </a:bodyPr>
          <a:lstStyle/>
          <a:p>
            <a:r>
              <a:rPr sz="1700" b="0">
                <a:solidFill>
                  <a:srgbClr val="1F2937"/>
                </a:solidFill>
                <a:latin typeface="Calibri"/>
              </a:rPr>
              <a:t>При истинном утоплении в пресной воде вода через альвеолы переходит в кровь, разжижает её и вызывает гемолиз. Поэтому кровь левого желудочка светлее, эндокард краснеет, в серозных полостях накапливается жидкость и образуются пятна с расплывчатыми краями. В морской воде кровь сгущается, и этих пятен не бывает. При асфиктическом утоплении вода не доходит до альвеол, а при синкопальной смерти признаки асфиксии не успевают развиться.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122-123 стр.</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На трупе, извлечённом из озера, лёгкие резко эмфизематозные, увеличены в объёме, под висцеральной плеврой видны только пятна Тардье. В паренхиматозных органах и костном мозге диатомовый планктон не обнаружен. Какой образец наиболее предпочтителен для исследования на планктон?</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Образец крови из правого желудочка сердца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Кусочек ткани лёгкого</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Жидкость из полости основания черепа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Образец жидкости из желудка</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Жидкость из полости основания черепа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асфиктическом утоплении вода из-за ларингоспазма не доходит до альвеол, поэтому планктон не попадает в кровь и может не обнаруживаться во внутренних органах. В таком случае для исследования берут жидкость из полости основания черепа. Планктон в ткани лёгкого может быть и при попадании трупа в воду после смерти, поэтому он не является диагностическим.</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125 стр.</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После извлечения повешенного из петли и восстановления дыхания и сердечной деятельности повышены мышечный тонус и артериальное давление, усилены сухожильные рефлексы, имеются тонические судороги, наблюдаются патологические рефлексы разгибательного типа, температура тела повышена. Какая это стадия постасфиктического состояния?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Стадия децеребрационной ригидности периода асфиктической комы</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Стадия сопора периода оглушённости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Период дезориентации и нарушения памяти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Период остаточных последствий</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Стадия децеребрационной ригидности периода асфиктической комы</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Повышение мышечного тонуса, тонические судороги и разгибательные рефлексы после восстановления дыхания и сердечной деятельности характерны для децеребрационной ригидности при асфиктической коме. При оглушённости пострадавший выходит из комы, и судорог нет. В периоде дезориентации сознание восстановлено, а остаточные последствия проявляются позже.</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108 стр.</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У извлечённого из воды трупа пальцы рук побелели и сморщены, это изменение полностью охватывает ладонную поверхность, но ещё не перешло на подошвенную поверхность стоп. Сколько примерно времени труп находился в воде?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Несколько часов</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Примерно 2-5 дней</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Примерно 10-15 дней</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Примерно 2-3 недели</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Примерно 2-5 дней</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Через несколько часов бледнеют и сморщиваются только пальцы. Ладонная поверхность полностью охватывается в течение 2-5 дней, подошвенная — в течение 5-8 дней. Волосы — через 10-15 дней, отслоение кожи кистей и стоп в виде «перчаток» наблюдается через 2-3 недели, поэтому эти варианты не подходят.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127 стр.</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На шее трупа обнаружены две странгуляционные борозды: одна горизонтальная и замкнутая, другая косо направлена вверх, между ними имеется кайма эпидермиса. Как, вероятнее всего, произошёл случай?</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Человек повесился сам в одновитковой петле</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Потерпевший задушен руками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Смерть наступила в результате позиционной асфиксии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Сначала задушен петлёй, затем повешен в этой же петле</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Сначала задушен петлёй, затем повешен в этой же петле</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Горизонтальная борозда характерна для удавления петлёй, косо направленная вверх — для повешения. При повешении петля смещается, и между бороздами образуется кайма эпидермиса. При удавлении руками борозды не бывает, а при позиционной асфиксии странгуляционная борозда не образуется.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Iskandarov A.I., Qo‘ldoshev D.R., Sud tibbiyoti, 215-216 стр.</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Мать уснула во время кормления ребёнка, младенец найден мёртвым. На трупе имеются только признаки быстрой смерти, изменений, характерных для закрытия дыхательных отверстий, нет. Что должен сделать эксперт для установления причины смерти?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Проведёт тщательное гистологическое исследование для исключения таких заболеваний, как пневмония, бронхиолит</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Опираясь только на наружный осмотр, даст заключение об асфиксии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Из-за отсутствия признаков оставит причину смерти «невыясненной»</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Заподозрив убийство, укажет на отсутствие повреждений</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Проведёт тщательное гистологическое исследование для исключения таких заболеваний, как пневмония, бронхиолит</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таком случае специфических признаков не бывает; во время кормления ребёнок может внезапно умереть и от заболевания (пневмония, бронхиолит). Истинную причину устанавливает гистологическое исследование. Давать заключение только по наружному осмотру или по предположению неправильно.</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Iskandarov A.I., Qo‘ldoshev D.R., Sud tibbiyoti, 220 стр.</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Прозектор промыл органы трупа, найденного в воде, водопроводной водой, после чего в почках и костном мозге был обнаружен планктон диатомовых водорослей. Почему этому результату нельзя доверять?</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В водопроводной воде диатомей не бывает, поэтому результат ложный</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Планктон из водопроводной воды может проникнуть в ткань и исказить результат</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Диатомеи имеют диагностическое значение только в ткани лёгких</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Диатомеи можно обнаружить только при утоплении в солёной воде</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Планктон из водопроводной воды может проникнуть в ткань и исказить результат</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Планктон диатомовых водорослей встречается и в водопроводной воде, поэтому при исследовании трупа с подозрением на утопление использовать водопроводную воду запрещено: планктон может попасть в ткань органа. Мнение, что в водопроводной воде диатомей не бывает, ошибочно, а планктон в лёгких, напротив, не является диагностическим.</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Iskandarov A.I., Qo‘ldoshev D.R., Sud tibbiyoti, 230 стр.</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На месте происшествия обнаружен труп; на конечностях имеются ссадины и кровоподтёки, вокруг расположены твёрдые предметы. На трупе также выявлены следы непроизвольного выделения мочи и кала. Эти повреждения могли возникнуть самопроизвольно из-за судорог. На какой стадии асфиксии наблюдаются такие судороги?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На стадии инспираторной одышки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На стадии экспираторной одышки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На стадии кратковременной остановки дыхания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На стадии терминального дыхания</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На стадии экспираторной одышки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Сильные клонические судороги с выделением мочи, семенной жидкости и кала характерны для стадии экспираторной одышки. Из-за этих судорог тело может удариться об окружающие предметы и получить повреждения, их необходимо отличать от повреждений, причинённых другим лицом. На инспираторной стадии возможны лишь беспорядочные движения конечностей, а на стадии паузы мышцы расслабляются.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106 стр.</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Тучный мужчина после типичного повешения с рывком был своевременно извлечён из петли и остался жив. При обследовании выявлен поперечный разрыв интимы сонной артерии ниже проекции странгуляционной борозды (признак Амюсса). К каким осложнениям это повреждение может привести в постасфиктическом состоянии?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Гипостатическая пневмония и отёк лёгких</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Перфорация желудочно-кишечного тракта и перитонит</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Острая печёночная и почечная недостаточность</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Тромбоз, тромбоэмболия и аневризма</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Тромбоз, тромбоэмболия и аневризма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Разрыв интимы сонной артерии — это повреждение стенки сосуда, создающее риск тромбоза, тромбоэмболии и аневризмы. Остальные варианты — осложнения, встречающиеся в постасфиктическом состоянии, но они не связаны непосредственно с разрывом интимы артерии.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116 стр.</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Исследуется труп пятилетнего ребёнка, утонувшего в холодной воде. Какой вид утопления более вероятен и какая находка характерна для этого вида?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Лёгкие резко эмфизематозные, большого объёма, на разрезе сухие; в дыхательных путях воды и инородных веществ нет</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В дыхательных путях водоросли и ил, лёгкие тестоватой консистенции, заполняют плевральные полости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Под висцеральной плеврой обширные розовые пятна и разжижение крови (гемодилюция)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Кровь в левых камерах сердца светлее, чем в правых, эндокард красноватый</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Лёгкие резко эмфизематозные, большого объёма, на разрезе сухие; в дыхательных путях воды и инородных веществ нет</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Низкая температура и малый возраст предрасполагают к асфиктическому утоплению. При этом из-за ларингоспазма вода в дыхательные пути не проникает, лёгкие резко эмфизематозные и сухие. Остальные три варианта характерны для истинного утопления, при котором вода достигает альвеол.</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122-123 стр.</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Молодой мужчина в состоянии опьянения сразу после попадания в воду замер. На трупе общие признаки асфиксии не развились, имеются лишь некоторые изменения, характерные для быстрой смерти. Какова наиболее верная оценка и дальнейшее направление?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Асфиктическое утопление; из-за ларингоспазма вода в лёгкие не попала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Истинное утопление; признаки не успели развиться из-за быстрой смерти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Внезапная смерть в воде; прежде всего ищутся предрасполагающие изменения в сердце</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Рефлекторный тип утопления; дополнительных исследований не требуется</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Внезапная смерть в воде; прежде всего ищутся предрасполагающие изменения в сердце</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Если при попадании тела в воду рефлекторно остановились сердце и дыхание, признаки асфиксии не развиваются. Такой случай правильнее оценивать не как утопление, а как внезапную смерть в воде. При тщательном исследовании в первую очередь в сердце обнаруживаются изменения, ведущие к внезапной смерти или предрасполагающие к ней, а опьянение — один из предрасполагающих факторов.</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124 стр.</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Рабочий, чистивший глубокий колодец, найден мёртвым. При исследовании трупа выявлены только общеасфиктические признаки быстрой смерти, специфических изменений, характерных для этого вида асфиксии, нет. Какой фактор, помимо гипоксии и гиперкапнии среды, обычно имеет значение в генезе смерти?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Механическое сдавление сосудов и нервов шеи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Токсические вещества, образующиеся при процессах брожения и гниения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Попадание крови через лёгочные вены в сердце в виде воздушной эмболии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Аспирация воды до альвеол и гемодилюция</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Токсические вещества, образующиеся при процессах брожения и гниения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ограниченных, не полностью замкнутых средах, таких как глубокий колодец, на наступление смерти, помимо гипоксии и гиперкапнии, влияют и токсические вещества, образовавшиеся в результате брожения и гниения. Остальные варианты относятся к другим видам асфиксии или механизмам утопления.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130 стр.</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Спасённый от асфиксии находится под наблюдением в больнице. У него гиперестезия кожи, гипергидроз, «игра зрачков», рвота и непроизвольное мочеиспускание. Какое изменение вслед за этим в первые часы считается неблагоприятным прогностическим признаком?</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Усиление поочерёдного сужения и расширения зрачков</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Сохранение гипергидроза кожи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Повторение непроизвольного выделения мочи и кала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Развитие отёка лёгких</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30: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Развитие отёка лёгких</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Гиперестезия кожи, гипергидроз, игра зрачков, рвота и непроизвольные выделения — обычные проявления нарушения вегетативной нервной системы. Развитие отёка лёгких в первые часы считается неблагоприятным прогностическим признаком.</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109 стр.</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Литература</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Лекция: Повреждение организма и смерть вследствие кислородной недостаточност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5. Kislorod tanqisligi (asfiksiya)</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4-modul. Kislorod tanqisligi (asfiksiya, cho‘kish), harorat, elektr, bosim, radiatsiya; bet 315-374</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VII bo‘lim (16-18-boblar). Mexanik asfiksiya; bet 139-153</a:t>
            </a:r>
          </a:p>
          <a:p>
            <a:pPr>
              <a:spcAft>
                <a:spcPts val="1200"/>
              </a:spcAft>
            </a:pPr>
            <a:r>
              <a:rPr sz="1800">
                <a:solidFill>
                  <a:srgbClr val="1F2937"/>
                </a:solidFill>
                <a:latin typeface="Calibri"/>
              </a:rPr>
              <a:t>▸  Iskandarov A.I., Qo‘ldoshev D.R. Sud tibbiyoti (tibbiyot instituti talabalari uchun), Toshkent (egasi taqdim etgan; yopiq foydalanish). . XI-bob. Mexanik asfiksiya; bet 202-234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