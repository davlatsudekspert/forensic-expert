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№2. Lecture: Forensic Traumatology.</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term traumatology is derived from Greek words. What does the word "trauma" in this term mean?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Doctrine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Injury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Treatment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Prevention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Injury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Greek "trauma" means injury. "Logos" means doctrine (study), so traumatology is the science of injuries. Treatment and prevention are tasks of clinical traumatology, not the translation of the word.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25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classification of injuries, which condition is called a "complex injury"?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 injury caused by a single damaging factor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 injury involving two or more anatomical regions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repetition of the same injury several times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 injury resulting from two or more types of external 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An injury resulting from two or more types of external action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complex injury results from two or more types of external action (for example, mechanical and thermal). An injury caused by a single factor is called simple. The number of injured regions does not determine complexity; rather, it defines a limited or double injury.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frozen sections of the lung and brain are stained with Sudan IV, what color do the fat droplets in the vascular lumen appear in fat embolism?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Black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Orange-red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Green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Blue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Black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Sudan IV stains fat droplets black. Sudan III, by contrast, gives an orange-red color, so the second option belongs to a different stain. Green and blue colors are not characteristic of this method.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32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air embolism is suspected in a corpse, the Sunsov test is performed. In it, water is poured into the pericardial cavity and the wall of the right ventricle is punctured. Which result makes the test positive?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water turning red with blood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Blood spurting out of the ventricular wall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Air bubbles escaping through the water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drop in the water level in the pericardium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Air bubbles escaping through the water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air bubbles escape under water when the right ventricle of the heart is punctured, the presence of air in the heart is confirmed and the test is considered positive. A change in the color of the water or the outflow of blood does not prove air embolism. A drop in the water level is also not a criterion of this test.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32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Compression is one of the mechanisms of action of blunt objects. Which feature is specific to the compression mechanism?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Damage to internal organs and bones is more severe than external injuries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severity of the injury depends mainly on the speed of movement of the object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indirect injuries are formed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Mainly only superficial abrasions appear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Damage to internal organs and bones is more severe than external injuries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compression, the damaging object has a large mass and moves slowly. Therefore, the nature of the injury depends on the mass and the area of contact, not on speed. Internal organs and bones are damaged more severely than the external injuries. In this mechanism both direct and indirect injuries occur, while abrasion is characteristic of friction.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35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forensic examination, it is important to distinguish skin rupture caused by a blunt object from a wound. Which feature distinguishes a rupture from a wound?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edges are uneven and abraded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edges are smooth, without signs of abrasion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There are tissue bridges between the wound walls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base of the wound has an uneven surface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 edges are smooth, without signs of abrasion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rupture is an indirect injury; its edges are smooth and not abraded, its walls are vertical, and its base lies at one level. Uneven abraded edges, tissue bridges, and an uneven base are features of a wound formed by a blunt object.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40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If the contact surface of a blunt object is smaller than the area of the injured region, how is the damaging surface assessed?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Unlimited, broad surface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Limited surface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Surface of complex shape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Surface with a rough relief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Limited surface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division into limited and unlimited surfaces is relative and is determined by the ratio of the surface of the object to the area of the injured region. If the surface of the object is smaller than the injured region, it is considered limited. The other options describe the shape or relief of the surface, not its size.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33-34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During a postmortem examination, a yellow-brown dry spot was found at the level of the skin surface or slightly below it. No crust had formed on it, and no changes characteristic of a vital injury were detected. What kind of change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Deep abrasion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Bruise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Livor mortis (postmortem lividity)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Parchment-like spot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Parchment-like spot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parchment-like spot formed by drying of the skin after death resembles an abrasion. However, it lacks the crust and reactive changes seen in a vital abrasion, so they can be distinguished. Signs of vital reaction are found in deep abrasions and bruises. Livor mortis is associated with the settling of blood downward.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37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main element of the offence provided for in section 18 of the Offences against the Person Act 1861 in England and Wales?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Intent to cause grievous bodily harm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death of the victim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need for medical treatment of the victim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use of a sharp weapon in inflicting the injury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Intent to cause grievous bodily harm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main feature in section 18 is intent, that is, the intention to cause grievous bodily harm. Causing grievous bodily harm without intent falls under the comparatively less serious section 20. Death, the need for treatment, or the type of weapon is not the main element of this section.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77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massive blood loss (more than 50%, that is, 2.5 liters or more) occurs slowly over several hours, which feature is characteristic in the corpse?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spleen is saturated with blood as usual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Minakov spots are always found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Livor mortis appears late and is scanty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Rigor mortis develops weakly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Livor mortis appears late and is scanty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slowly developing massive blood loss, general anemia has time to develop in the body. Therefore, livor mortis appears late and is poorly expressed. The spleen is contracted and anemic, and rigor mortis develops more strongly. Minakov spots are found only in some cases; they are characteristic of rapid, acute blood loss.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epidural hematoma, which period is usually observed between the time of injury and the development of signs of brain compression?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Agonal period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pause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Latent inflammatory period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Lucid interval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Lucid interval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epidural hematoma, blood accumulates gradually and brain compression develops later. Therefore the victim remains conscious for a certain time, which is called the lucid interval. During this time he may move around and even get into fights. The other terms do not describe this condition.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63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a railway wheel runs over the body and separates it into pieces, toward which side does the apex of the resulting cut (wedge-shaped) defect point?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Toward the rail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Toward the wheel side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Toward the direction of train movement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Toward the flange (wheel rim) side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Toward the rail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extent of damage on the wheel side is greater than on the rail side. Therefore the wide base of the defect is on the wheel side, and its apex points toward the rail. This is an important sign that a railway wheel has run over the body. The other options do not match the direction of the defect.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Харин Г.М. (Kharin G.M.)., Краткий курс судебной медицины: учебное пособие, 81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After a blow, a reddened area appeared on the skin. Which sign is used to distinguish it from a red-colored bruise?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Visible blood clots in the reddened area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Cooling of the skin with lowered temperature in the reddened area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Temporary blanching of the red color on pressure with a finger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Formation of a dry crust at the edges of the area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Temporary blanching of the red color on pressure with a finger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reddening, blood flow increases but the vessels do not rupture. Therefore the color blanches under pressure. In a bruise, blood has escaped from the vessel and infiltrated the tissue, so it does not blanch with pressure.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79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modern forensic medical view, assessing the age of a bruise by its color is not accepted. What is the only exception to this rule?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yellowish bruise may have formed more than 18 hours ago</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green bruise has formed exactly 5 days ago</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bluish bruise has appeared less than 6 hours ago</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reddish bruise has formed more than 3 days ago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yellowish bruise may have formed more than 18 hours ago</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Color perception is affected by the observer's vision, differences between observers, and skin color. Therefore only a yellow tint is recognized as a fairly late sign, and it may indicate that a bruise is older than 18 hours. The exact time frames in the other options do not have such reliability.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82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or more forces acted on the body in diverging (centrifugal) directions, producing lacerations, tissue ruptures, and separation of body parts. Which mechanism of blunt object action is this typical of?</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Compression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Tension (stretching)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Friction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Torsion (twisting)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Tension (stretching)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tension, forces pull the body in different directions, and mainly indirect injuries are produced: lacerations, ruptures, separation of body parts. In compression, the forces are directed toward each other; friction mainly produces abrasions; and torsion produces spiral fractures in bones.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35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examining a stab-cut wound of the abdominal region, the length of the wound track turned out to be greater than the length of the suspected knife blade. Which explanation is most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track stretched and lengthened when the knife was withdrawn from the body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blunt edge of the knife pressed against bone and lengthened the track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track length increased only due to displacement of the internal organs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blow was forceful, and the abdominal wall was depressed inward by the handle or the hand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blow was forceful, and the abdominal wall was depressed inward by the handle or the hand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a forceful blow, the knife handle or the hand holding the knife depresses the abdominal wall inward. Therefore the track can be even longer than the blade. The other options do not explain the track length by this mechanism.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88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a cadaver, numerous, mostly parallel incised wounds, some of them superficial, were found on the anterior surface of the forearm and the anterior neck. There are no injuries on the palmar surface; the eyes, lips, and genitals are intact. Which conclusion is most probable?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Defensive wounds: the victim tried to grasp the knife blade with the hand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result of torture, since the injuries are spread over all parts of the body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self-inflicted suicide attempt with superficial hesitation wounds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Injuries inflicted accidentally by a sawing object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 self-inflicted suicide attempt with superficial hesitation wounds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suicide, incised wounds are often located on the anterior surface of the forearm and on the neck, are parallel to each other, and superficial hesitation wounds are present. Defensive wounds are located on the palmar surface and on the extensor side of the hand and forearm; they are absent here. These signs are not conclusive evidence; they only increase the probability.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92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person presumed to have fallen from standing height onto a flat surface, abrasions and bruises were found on the knees and palms in addition to the head injury. Which conclusion about the direction of the fall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forward fall onto the face is highly probable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backward fall, landing on the elbows, is highly probable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stepwise fall from a height is highly probable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fall from a vehicle is highly probable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forward fall onto the face is highly probable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fall onto a surface, the knees and palms are injured in a forward fall, and the elbows in a backward fall. Therefore abrasions on the knees and palms indicate a forward fall. A stepwise fall or a fall from a vehicle does not fit this situation.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Харин Г.М. (Kharin G.M.)., Краткий курс судебной медицины: учебное пособие, 85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person presumed to have fallen onto a flat surface, the head injuries are located above the "hat brim" line. Which conclusion does this finding best support?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injuries indicate a blow to the head rather than a fall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injuries are typical of a fall onto a flat surface and rule out suspicion of a blow</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injuries indicate that they were inflicted on the body after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injuries indicate that they were formed only by an indirect impact mechanism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injuries indicate a blow to the head rather than a fall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"hat brim" rule, injuries above this line (at least in a fall onto a flat surface) are assessed as resulting from a blow rather than from a fall. The other options do not correspond to this rule or to the question of the vitality of the injury.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Ромодановский П.О., Баринов Е.Х., Судебная медицина в схемах и рисунках: учебное пособие, 161, 168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fracture lines were found in the skull of a cadaver: line A reaches line B and stops without crossing it. Which conclusion about the sequence of the fractures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Line A was formed before line 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Line B was formed before line 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Both lines were formed at the same time; the sequence cannot be determined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sequence can be determined only by the color of the fracture edges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Line B was formed before line 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newly forming fracture line propagates only up to an existing fracture line and does not cross it. Therefore line A, which stopped, formed later, and B formed earlier. Determining the sequence by color is not part of the essence of this rule.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Ромодановский П.О., Баринов Е.Х., Судебная медицина в схемах и рисунках: учебное пособие, 168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frontal collision, which complex of injuries is most expected in a driver who struck the steering wheel with the chest and hands?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Multiple parallel abrasions on the back surface and flexion fractures of the cervical vertebrae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Bumper-type fractures and bell-shaped wounds on the anterior surface of the knee and shin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Arc-shaped abrasions and bruises, fractures of the sternum and ribs, and a skin tear between the thumb and index finger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Elongated abrasions on one side of the body, fractures of the calcaneus, and signs of concussion of the internal organs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Arc-shaped abrasions and bruises, fractures of the sternum and ribs, and a skin tear between the thumb and index finger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On striking the steering wheel, arc-shaped abrasions and bruises and fractures of the sternum and ribs occur on the anterior surface of the body, while in the hands a skin tear between the first and second fingers and bone injuries occur. The other options are typical of a pedestrian being struck, a blow from behind, or a fall from a height.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Харин Г.М. (Kharin G.M.)., Краткий курс судебной медицины: учебное пособие, 79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forceful blow was delivered to the head with a hard blunt object with a broad surface and a cross-section of approximately 25 cm². Which skull fracture is most expected?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Perforating (punched-out) fracture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Limited fissure in the inner table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Superficial fracture of the outer table only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Comminuted fracture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Comminuted fracture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perforating fracture forms from a forceful blow with an object whose cross-section is smaller than 9-16 cm². Broad-surfaced blunt objects with a larger cross-section cause a comminuted fracture. 25 cm² is well above this threshold.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53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a blow with a baseball bat was directed at the victim's head, he defended himself by raising his arms. In which region are bruises most expected?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 the inner (flexor) surface of the forearm and upper arm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 the inner surface of the palm and fingers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 the anterior surface of the abdomen and chest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 the extensor (outer) surface of the forearm and upper arm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On the extensor (outer) surface of the forearm and upper arm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defending against a blow with a blunt weapon, the arms are raised to protect the head, and the injuries form on the extensor surface of the arm and upper arm. Injuries on the inner surface of the palm, by contrast, are typical of grasping the blade of a sharp knife.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91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On the skin of the back there are two parallel bands of bruising with almost undamaged skin left between them. A blow from which object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blow from a hard cylindrical object (stick, police baton)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blow from an object with an unbounded flat surface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blow from an object with a spherical surface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blow from a three-edged object with ridges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blow from a hard cylindrical object (stick, police baton)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an elongated cylindrical object strikes, blood is squeezed out sideways from the point of impact and the vessels on both sides of the object rupture, resulting in two parallel ("tram-track") bruises. Flat, spherical, or edged objects do not produce such a pattern.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81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expert is examining a stab wound on the body. The wound edges have a rim of abrasion and contamination, but it is located on only one side of the wound, on the acute-angle side, in the shape of a half-segment. Which conclusion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stabbing object acted obliquely relative to the body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stabbing object acted perpendicularly relative to the body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This is an exit wound, since the rim is characteristic only of such an opening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object was a stab-cut type, and the rim is from the blunt edge of the blade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stabbing object acted obliquely relative to the body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perpendicular action, the rim of abrasion and contamination forms a complete ring (circular) around the wound. With oblique action, it remains only on the acute-angle side in the shape of a segment. The edges of an exit wound have no rim or very little, so it is not characteristic of an exit wound.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50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a corpse, fractures of the calcaneus and talus, ruptures of the ankle joint ligaments, impacted fractures of the leg bones, and a ring fracture of the skull base were found. Damage to the internal organs is more severe than in a head-first fall. In which position did the person land on the ground from a height?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 the buttocks, with the body tilted to the side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 the feet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 the knees, facing forward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 the back, with the body in a horizontal position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On the feet</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When landing on the feet, the primary direct injuries occur in the calcaneus, the talus, and the ankle joint. Impacted fractures of the leg bones and a ring fracture of the skull base are considered indirect injuries. Because of the general concussion, injury to the internal organs is more severe in this case than in a head-first landing. When landing on the knees, buttocks, or body, the injuries are located in other regions.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45-46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one side of the victim's forearm, a group of 3-4 small oval bruises measuring 1–2 cm was found, and on the opposite side one larger bruise. Which mechanism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blow with a fist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blow with a cylindrical stick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forceful grip with the fingers of a hand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bruise resulting from sucking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 forceful grip with the fingers of a hand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group of small oval bruises indicates the pressure of fingertips, and one larger bruise on the opposite side indicates the thumb. A fist blow usually produces a row of four round bruises of 1–2 cm. A cylindrical object leaves a bruise in the form of a "tram track". Sucking produces a characteristic bruise on the neck.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82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thin linear wound with very sharp edges was found in a region lying over bone, and it was initially thought to have been caused by a sharp object. Which finding confirms that it is a lacerated (contused) wound, that is, the result of blunt force?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ends of the wound are sharp and it becomes linear when the edges are brought together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depth of the wound is much greater than its length at skin level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wound was accompanied by external bleeding and the bleeding is heavy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Crushing and bruising at the edges, and tissue bridges inside the wound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Crushing and bruising at the edges, and tissue bridges inside the wound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thin, straight object pressing the skin against bone can also produce a wound with sharp edges. On careful examination of the edges, crushing and bruising are found, while bridges consisting of nerve and fascial fibers remain inside the wound. A cutting blade, by contrast, cuts everything in its path and leaves no bridges. The other signs can occur in both types of wounds.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85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incised wounds were inflicted on the forearm with the same sharp knife. The edges of the first gape widely, while those of the second hardly gape. Which factor explains this difference most correctly?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second wound is deeper, so its edges lie close together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cutting speed was different, so the edges gape differently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If the direction of the wound is parallel to the fibers of the muscle and connective tissue, the edges gape less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degree of gaping depends only on the presence of skin folds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If the direction of the wound is parallel to the fibers of the muscle and connective tissue, the edges gape less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degree of gaping of the edges of an incised wound depends on the direction of the connective and muscle tissue fibers in the injured region. The more parallel the direction of the wound and the fibers, the less the edges gape, while cutting across the fibers makes them gape widely. The other options are not given in the textbook as factors determining the degree of gaping.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48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expert assessed a head wound as inflicted with an axe. One end of the wound is sharp, while the other end is blunt and terminates with additional tears. Which conclusion about the penetration of the axe blade into the body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axe blade fully penetrated the body, so both ends were blunt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Only the front or rear end of the blade penetrated, and the end that penetrated deeper is blunt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the arc of the sharp edge acted, so both ends are sharp</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axe blade struck the body obliquely, and only an arc-shaped abrasion formed instead of a wound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Only the front or rear end of the blade penetrated, and the end that penetrated deeper is blunt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the blade penetrates partially, the end of the wound corresponding to the sharp edge is sharp, while the end corresponding to the deeper-penetrating part is blunt and terminates with additional tears. With full penetration both ends are blunt, and if only the arc acts, both ends are sharp. The last option does not fit because a wound other than an abrasion was formed.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53-54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Lecture: Forensic Traumatology.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2. Sud-tibbiy travmatologiya</a:t>
            </a:r>
          </a:p>
          <a:p>
            <a:pPr>
              <a:spcAft>
                <a:spcPts val="1200"/>
              </a:spcAft>
            </a:pPr>
            <a:r>
              <a:rPr sz="1800">
                <a:solidFill>
                  <a:srgbClr val="1F2937"/>
                </a:solidFill>
                <a:latin typeface="Calibri"/>
              </a:rPr>
              <a:t>▸  Payne-James J., Jones R., Karch S.B., Manlove J. Simpson's Forensic Medicine, 13th ed.. 2011. Chapter 8. Assessment, classification and documentation of injury, pp. 76–92 (partial: chapter text extracted only to p. 92)</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O‘tmas jismlardan jarohatlar; bet 101-201</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III bo‘lim (7-9-boblar). Umumiy travmatologiya; o‘tmas predmetlardan jarohatlar; bet 68-91</a:t>
            </a:r>
          </a:p>
          <a:p>
            <a:pPr>
              <a:spcAft>
                <a:spcPts val="1200"/>
              </a:spcAft>
            </a:pPr>
            <a:r>
              <a:rPr sz="1800">
                <a:solidFill>
                  <a:srgbClr val="1F2937"/>
                </a:solidFill>
                <a:latin typeface="Calibri"/>
              </a:rPr>
              <a:t>▸  Iskandarov A.I., Qo‘ldoshev D.R. Sud tibbiyoti (tibbiyot instituti talabalari uchun), Toshkent (egasi taqdim etgan; yopiq foydalanish). . V-bob. Sud-tibbiy travmatologiya, mexanik jarohat; bet 38-73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