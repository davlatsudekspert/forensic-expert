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4-kurs-davolash-06-q06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4-kurs-davolash-06-q07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4-kurs-davolash-06-q08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4-kurs-davolash-06-q09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4-kurs-davolash-06-q10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4-kurs-davolash-06-q11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4-kurs-davolash-06-q12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4-kurs-davolash-06-q13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4-kurs-davolash-06-q14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4-kurs-davolash-06-q15 · лёгкий-средний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4-kurs-davolash-06-q19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4-kurs-davolash-06-q21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4-kurs-davolash-06-q22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4-kurs-davolash-06-q23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4-kurs-davolash-06-q24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4-kurs-davolash-06-q25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4-kurs-davolash-06-q26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4-kurs-davolash-06-q27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4-kurs-davolash-06-q28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4-kurs-davolash-06-q29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4-kurs-davolash-06-q30 · сложный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25603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Georgia"/>
              </a:rPr>
              <a:t>№3. Лекция: Судебно-медицинское исследование трупов новорождённых и плода.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A227"/>
                </a:solidFill>
                <a:latin typeface="Calibri"/>
              </a:rPr>
              <a:t>Тест для аудитории · 30 вопросов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A227"/>
                </a:solidFill>
                <a:latin typeface="Calibri"/>
              </a:rPr>
              <a:t>Автоматический перевод — не проверен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Какова основная функция сыровидной смазки, покрывающей кожу новорождённого, во внутриутробном периоде?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Предохраняет плод от потери тепла в полости матки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Останавливает мелкие кровотечения при прохождении по родовым путям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Защищает кожу плода от мацерации под действием околоплодных вод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Ускоряет газообмен через кожу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Защищает кожу плода от мацерации под действием околоплодных 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Сыровидная смазка состоит из смеси секрета сальных желёз кожи, слущенных клеток эпидермиса, пушковых волос и околоплодных вод. Она предохраняет кожу от размокания в воде и мацерации. Остальные варианты не являются её функциями.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257 стр.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описание характерно для кефалогематомы при её дифференциации от родовой опухоли?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Кровоизлияние под надкостницу костей свода черепа, ограниченное швами между костями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Припухлость определяется и в проекции швов и рассасывается за 2-3 дня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Припухлость располагается преимущественно в ягодичной области и образуется в результате пропитывания серозной жидкостью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Припухлость имеется только в мягких тканях, на разрезе имеет красновато-желтоватый цвет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Кровоизлияние под надкостницу костей свода черепа, ограниченное швами между костями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Поскольку кефалогематома — это кровоизлияние под надкостницу, она, как правило, располагается в проекции одной или нескольких костей и не переходит через швы. Она рассасывается в течение 2 недель и дольше. Остальные варианты — признаки родовой опухоли.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257 стр.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До какого срока обычно растягивается полное выведение мекония из кишечника у недоношенных новорождённых?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течение суток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течение 1-2 дней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5-6 дней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3-4 дней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До 3-4 дней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У доношенных новорождённых меконий полностью выходит в течение 1-2 дней после родов. У недоношенных этот процесс идёт медленнее и растягивается до 3-4 дней. Другие сроки в источнике не приводятся.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257 стр.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судебно-медицинской экспертизе вопрос о живорождённости решается преимущественно путём установления того, дышал ребёнок или нет. Почему?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Дыхание — единственный признак, признанный среди критериев Всемирной организации здравоохранения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Не разработаны методы определения сердцебиения, пульсации пуповины и произвольных движений после смерти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Сердцебиение и произвольные движения не приняты в качестве критерия живорождённости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Пульсация пуповины оценивается лишь как признак новорождённости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4: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Не разработаны методы определения сердцебиения, пульсации пуповины и произвольных движений после смерти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Всемирная организация здравоохранения приняла в качестве критериев дыхание, сердцебиение, пульсацию пуповины и произвольные движения. Однако методов выявления сердцебиения, пульсации и движений на трупе нет, поэтому опираются на вопрос о дыхании.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259 стр.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Почему рентгенологическая проба, определяющая наличие воздуха в лёгких и кишечнике до вскрытия трупа, не применяется в современной судебно-медицинской практике?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Она может показать только воздух в желудке, но не в лёгких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Её результат зависит от возраста ребёнка и у недоношенных оказывается ненадёжным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Она позволяет определить наличие воздуха только после вскрытия трупа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Дышавшее лёгкое невозможно отличить от случаев искусственной вентиляции и гнилостных газов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5: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Дышавшее лёгкое невозможно отличить от случаев искусственной вентиляции и гнилостных газов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рентгенограмме воздух виден, но его происхождение различить невозможно: лёгкие могли быть наполнены в результате настоящего дыхания, искусственной вентиляции или гнилостных газов. Необходимость специального оборудования также стала причиной отказа от этой пробы.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260 стр.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каком месяце внутриутробного развития формируется ядро окостенения в пяточной кости?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V месяце внутриутробного развития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VII месяце внутриутробного развития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VIII месяце внутриутробного развития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IX месяце внутриутробного развития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6: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 V месяце внутриутробного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Ядро в пяточной кости появляется в V месяце внутриутробного развития (диаметр 0,8-1,1 см). Ядро в таранной кости появляется в VII месяце, а ядро Беклара в нижнем эпифизе бедренной кости — в IX месяце.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263 стр.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Когда обычно формируется демаркационное кольцо (линия реактивного воспаления) у основания пуповины у живорождённого новорождённого?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Сразу после рождения, в первые минуты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3-4-й день после рождения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К концу первых суток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5-7-й день, в момент отпадения пуповины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7: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К концу первых суток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Демаркационное кольцо в виде красноватого ободка появляется к концу первых суток. Отпадение пуповины именно по этой линии происходит позже, на 5-7-й день, поэтому этот вариант не является временем формирования кольца.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263 стр.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Гестационный возраст определяется по методу И. Якупова (1981): окружность головы плода равна 34 см. Какому гестационному возрасту соответствует это значение?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10 месяцев внутриутробного развития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9 месяцев внутриутробного развития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8 месяцев внутриутробного развития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7 месяцев внутриутробного развития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8: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10 месяцев внутриутробного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этом методе окружность головы делится на 3,4: 34 : 3,4 = 10, то есть 10 месяцев внутриутробного развития. Остальные варианты получаются при неправильном делении.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262 стр.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Какой из следующих пороков развития делает новорождённого нежизнеспособным, даже если он родился живым?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Наличие перепонки между пальцами кисти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Наличие шестого пальца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Врождённая расщелина верхней губы (заячья губа)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Анэнцефалия (отсутствие головного мозга)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9: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Анэнцефалия (отсутствие головного мозга)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Анэнцефалия — тяжёлый порок, несовместимый с жизнью. Шестой палец, заячья губа и перепонки между пальцами — внешние пороки, которые могут указывать на возможное наличие внутренних пороков, но сами по себе жизни не препятствуют.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263 стр.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каком возрасте чаще всего наблюдаются случаи при синдроме внезапной смерти младенцев (sudden infant death syndrome, SIDS)?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 первую неделю после рождения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в 2 месяца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в 6 месяцев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Примерно в 10 месяцев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10: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Примерно в 2 месяца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Большинство случаев SIDS приходится на период от 1 до 6 месяцев, пик — на 2 месяца. Первая неделя и 10 месяцев не являются типичным пиком этого синдрома.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68 стр.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Какое утверждение о результатах плавательной пробы легких верно с точки зрения современной судебной патологии?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Всплывший в воде кусочек легкого доказывает, что ребенок родился живым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Проба и сейчас остается единственным надежным методом установления живорожденности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Утонувший кусочек легкого свидетельствует о недостаточном дыхании, а всплытие не доказывает живорожденность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Легкие мертворожденного ребенка никогда не плавают в воде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11: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Утонувший кусочек легкого свидетельствует о недостаточном дыхании, а всплытие не доказывает живорожденность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легкое или его кусочек тонет, оно недостаточно расправлено, и ребенок мог родиться мертвым. Обратное же неверно: легкие доказанно мертворожденных иногда всплывают, поэтому сама по себе проба не отличает живорожденность от мертворожденности.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67 стр.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Какая из следующих находок свидетельствует о том, что за новорожденным после рождения был осуществлен уход?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Следы крови на теле и сохранившаяся сыровидная смазка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Пупочный канатик перерезан и перевязан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Наличие мекония вокруг заднего прохода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Первичное ателектатическое состояние легких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Пупочный канатик перерезан и перевязан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Перерезка и перевязка пупочного канатика указывают на то, что ребенку была оказана помощь человеком. Следы крови, сыровидная смазка и меконий обнаруживаются и при отсутствии ухода, а первичный ателектаз показывает, что ребенок не дышал, но не свидетельствует об уходе.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263 стр.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На каком месяце внутриутробного развития появляется точка окостенения в нижнем эпифизе бедренной кости (ядро Беклара)?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V месяце внутриутробного развития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VII месяце внутриутробного развития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IX месяце внутриутробного развития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 VIII месяце внутриутробного развития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На IX месяце внутриутробного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Ядро в нижнем эпифизе бедренной кости появляется на IX месяце внутриутробного развития. Ядро в пяточной кости формируется на V месяце, в таранной кости — на VII. VIII месяц — это период появления глотательного рефлекса, он не связан с точками окостенения.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263 стр.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С какого места начинается основной срединный разрез при внутреннем исследовании трупа новорожденного для изучения полости рта и неба?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области подбородка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нижней губы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верхней губы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 верхней части шеи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14: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С нижней губы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Чтобы увидеть состояние неба, разрез начинают не с подбородка, а с нижней губы. Варианты с подбородком, верхней губой и шеей этой методике не соответствуют.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266 стр.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Какая правовая презумпция действует в законодательстве Англии и Уэльса в отношении найденного мертвого младенца?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Все мертвые младенцы считаются мертворожденными; живорожденность доказывает сторона обвинения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Все мертвые младенцы считаются живорожденными; мертворожденность доказывает мать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Младенец, родившийся до 24 недель, всегда считается живорожденным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Вопрос о живорожденности решается только по результату плавательной пробы легких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15: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Все мертвые младенцы считаются мертворожденными; живорожденность доказывает сторона обвинения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 правовой презумпции найденный мертвым младенец считается мертворожденным. Бремя доказывания живорожденности и самостоятельного существования лежит на стороне обвинения, а значит, на патологе. Остальные варианты противоречат этому принципу, а плавательная проба в настоящее время считается ненадежной.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66 стр.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Длина тела трупа плода составляет 45 см. Чему равен гестационный возраст в месяцах внутриутробного развития по формуле Гаазе (для второй половины беременности)?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7 месяцев внутриутробного развития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8 месяцев внутриутробного развития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10 месяцев внутриутробного развития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9 месяцев внутриутробного развития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16: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9 месяцев внутриутробного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Во второй половине беременности длину тела делят на 5: 45 : 5 = 9 месяцев внутриутробного развития. Метод квадратного корня (примерно 6,7, т. е. 7 месяцев) относится только к первой половине, поэтому 7 месяцев — ошибка. 8 и 10 месяцев расчету не соответствуют.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262 стр.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В трупе младенца воздух обнаружен в желудке и во всем тонком кишечнике, в толстом кишечнике воздуха нет. Сколько примерно прожил ребенок после рождения?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Менее 3 часов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5-6 часов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2-3 суток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1 недели и более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17: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Около 5-6 часов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Если воздух только в желудке, ребенок прожил менее 3 часов. К 5-6 часам воздух заполняет тонкий кишечник, а после 6 часов переходит в толстый. Значит, если тонкий кишечник заполнен, а толстый пуст, срок жизни составляет около 5-6 часов. 2-3 суток и более 1 недели этой находке не соответствуют.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264 стр.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Эксперт установил расправление легких и доказал, что младенец дышал. Почему это еще не является абсолютным доказательством того, что младенец полностью отделился от матери и существовал самостоятельно?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Потому что плавательная проба легких всегда дает ложноотрицательный результат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Потому что микроскопические признаки дышавшего легкого не отличаются от других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Потому что дыхание возможно после рождения головы и грудной клетки, еще до полного рождения тела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Потому что искусственное дыхание всегда полностью расправляет альвеолы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18: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Потому что дыхание возможно после рождения головы и грудной клетки, еще до полного рождения тела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головном предлежании младенец может задышать после рождения головы и грудной клетки, когда нижняя часть тела еще не родилась. Поэтому дыхание указывает лишь на вероятность самостоятельного существования, но не является абсолютным доказательством. Остальные варианты в источнике так не обоснованы или логически неверны.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66–67 стр.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19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Эксперт провел на трупе младенца ушную пробу (Vent-Vreden): при вскрытии барабанной полости среднего уха под водой пузырьки воздуха не выделились, а в полости обнаружена слизистая масса. О чем свидетельствует результат пробы?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Ребенок родился живым, но умер в течение первых суток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Проба дала ложноотрицательный результат под действием гнилостных газов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Ребенок родился мертвым, так как дыхание не пропустило воздух в барабанную полость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Ребенку после рождения проводили искусственное дыхание, поэтому воздуха нет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19: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Ребенок родился мертвым, так как дыхание не пропустило воздух в барабанную полость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первых дыхательных движениях воздух проходит в барабанную полость через слуховую трубу. Отсутствие воздуха и наличие слизи указывают на то, что дыхания не было, то есть на мертворожденность. Остальные варианты не соответствуют трактовке, приведенной в книге.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Пиголкин Ю.И., Баринов Е.Х., Богомолов Д.В., Богомолова И.Н., Судебная медицина: учебник для вузов, 33 стр.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В трупе плода обнаружены точки окостенения диаметром 0,9 см в пяточной кости и 0,8 см в таранной кости, а в нижнем эпифизе бедренной кости точки окостенения нет. В каком диапазоне оценивается гестационный возраст, исходя только из этих признаков?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 V месяца внутриутробного развития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Между V и VII месяцами внутриутробного развития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После IX месяца внутриутробного развития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Между VII и IX месяцами внутриутробного развития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20: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Между VII и IX месяцами внутриутробного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Ядро в таранной кости появляется на VII месяце, поэтому возраст не менее VII месяца. Ядро Беклара в нижнем эпифизе бедренной кости образуется на IX месяце и пока отсутствует, значит, возраст меньше IX месяца. Ядро в пяточной кости (V месяц) также соответствует этому.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263 стр.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21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микроскопическом исследовании лёгких трупа новорождённого выявлены очаги вторичного ателектаза и гиалиновые мембраны на внутренней поверхности альвеол. Какой минимальный срок прожил ребёнок после рождения?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5-6 часов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Около 1-2 часов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Всего несколько секунд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 менее одних суток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21: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Не менее 5-6 часов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образования гиалиновых мембран необходимо не менее 1-2 часов. Вторичный ателектаз лёгких развивается не менее чем через 5-6 часов. При обнаружении обоих признаков вместе нижней границей считается более длительный срок, то есть 5-6 часов.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264 стр.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22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коже лица и шеи трупа новорождённого, найденного дома, имеются ссадины и кровоподтёки, а в углах рта разрывы. Кости черепа целы, внутричерепных кровоизлияний нет. Каков наиболее вероятный механизм повреждений?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Родовая травма: головка длительно сдавливалась в родовых путях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Попытка рожающей женщины ускорить роды собственными руками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Внутриутробная асфиксия: обвитие пуповины вокруг шеи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Пассивное детоубийство: новорождённый оставлен без ухода и погиб от переохлаждения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22: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B. Попытка рожающей женщины ускорить роды собственными руками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Ссадины и кровоподтёки на лице и шее, а также разрывы углов рта характерны для оказания женщиной самопомощи при родах. При родовой травме бывают переломы костей черепа и внутричерепные кровоизлияния, а наружные повреждения не образуются. Асфиксия и переохлаждение не дают таких местных повреждений.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265 стр.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23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На рентгенограмме трупа ребёнка до двух лет рядом с позвоночником, по линии, в задних отрезках рёбер видны признаки костной мозоли (консолидации) в виде «нитки бус». Какой механизм наиболее вероятно указывает эта находка?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Пассивное падение с высоты мебели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Надавливание на грудную клетку при сердечно-лёгочной реанимации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Повторное сильное сдавление грудной клетки руками взрослого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Морфологические изменения, характерные для синдрома внезапной смерти младенцев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23: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C. Повторное сильное сдавление грудной клетки руками взрослого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Цепочка костных мозолей на задних отрезках рёбер указывает на однократное или многократное сильное сдавление грудной клетки в переднезаднем направлении. Реанимация с биомеханической точки зрения редко вызывает такие задние переломы. При синдроме внезапной смерти специфической находки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71 стр.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24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Трёхмесячного младенца уложили спать на ночь, утром обнаружили мёртвым. После полного вскрытия и анализа обстоятельств, кроме точечных кровоизлияний в тимусе, плевре и эпикарде, других изменений не найдено. Как правильно оценить эти кровоизлияния?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Достоверное доказательство смерти от механической асфиксии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Агональное явление, не причина смерти; не противоречит диагнозу синдрома внезапной смерти младенцев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Отдалённое последствие родовой травмы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Специфический признак острой вирусной инфекции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24: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Достоверное доказательство смерти от механической асфиксии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Внутригрудные петехии встречаются примерно в 70% случаев и в настоящее время считаются агональным явлением. Они не являются причиной смерти и не доказывают механическую асфиксию, поэтому не противоречат диагнозу синдрома внезапной смерти младенцев. Остальные варианты находкой не подтверждаются.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69 стр.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25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исследовании трупа плода кожа широко отслоена, розово-бурого или красноватого цвета, ткани мягкие, слизистые, полупрозрачные, кости черепа налегают друг на друга, голова частично запавшая. Какому состоянию эта картина соответствует больше всего?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Смерть, наступившая в процессе самих родов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Родившийся живым младенец, у которого начались гнилостные изменения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Плод, погибший внутриутробно за несколько дней до родов и подвергшийся мацерации под действием жидкости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Новорождённый, проживший несколько часов после рождения и погибший от переохлаждения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25: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C. Плод, погибший внутриутробно за несколько дней до родов и подвергшийся мацерации под действием жидкости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Мацерация развивается, когда смерть наступила за несколько дней до родов и плод рано разрушился под действием жидкости. При смерти в процессе родов мацерации не бывает. Если родившийся живым ребёнок подвергся гниению, картина иная.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65 стр.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26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Эксперт оценил труп плода примерно как 6-месячный. В меконии кишечника обнаружены пушковые волосы, проглоченные с околоплодными водами (признак Шибкова–Марковина). Как эта находка влияет на оценку?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Опровергает предположение: глотательный рефлекс появляется на VIII месяце внутриутробного развития, значит, плод достиг как минимум этого срока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Подтверждает предположение: глотательный рефлекс начинается с V месяца внутриутробного развития, и с этого времени пушковые волосы заглатываются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Не влияет на предположение: пушковые волосы в меконии обнаруживаются одинаково в любом сроке беременности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Подтверждает предположение: состав мекония включает пушковые волосы только на VI месяце внутриутробного развития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26: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53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A. Опровергает предположение: глотательный рефлекс появляется на VIII месяце внутриутробного развития, значит, плод достиг как минимум этого срока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Пушковые волосы попадают в меконий потому, что проглатываются околоплодные воды, а глотательный рефлекс появляется на VIII месяце внутриутробного развития. Поэтому у 6-месячного плода этого признака не бывает, и предположение оказывается неверным. V месяц — период начала деятельности сальных желёз кожи, к глотательному рефлексу отношения не имеет.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263 стр.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27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54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Calibri"/>
              </a:rPr>
              <a:t>Длина тела трупа плода 46 см, масса 2300 г. Считается ли он зрелым плодом по критериям учебника?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Да, достаточно, что длина тела превышает 45 см, масса второстепенна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Да, если масса выше 2000 г, этого достаточно для зрелости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Нет, для зрелости длина тела должна быть не менее 50 см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Нет, хотя длины достаточно, условие о массе не менее 2500 г не выполнено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27: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55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D. Нет, хотя длины достаточно, условие о массе не менее 2500 г не выполнено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Для зрелого плода должны выполняться оба условия: длина тела 45 см и более, а масса не менее 2500 г. В данном случае длина соответствует, но масса недостаточна. 50 см близко к среднему показателю доношенных новорождённых, но не является границей зрелости.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262 стр.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28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56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Новорождённому после рождения проводили искусственное дыхание рот в рот. На трупе кусочки лёгких плавали в воде, в желудке обнаружен воздух. Какой вывод эксперта правильный?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Обе пробы положительны, поэтому ребёнок дышал самостоятельно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Результаты не доказывают самостоятельное дыхание: при искусственном дыхании как лёгочная проба, так и желудочно-кишечная проба могут быть ложноположительными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Лёгочная проба ненадёжна, но воздух в желудке точно доказывает самостоятельное дыхание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Воздух в желудке доказывает искусственное дыхание, а плавание лёгких — самостоятельное дыхание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28: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57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B. Результаты не доказывают самостоятельное дыхание: при искусственном дыхании как лёгочная проба, так и желудочно-кишечная проба могут быть ложноположительными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При искусственном дыхании плавание долек лёгких неодинаково и может дать ложноположительный результат. Часть воздуха попадает и в желудок, поэтому желудочно-кишечная проба также ненадёжна. В такой ситуации живорождение этими пробами доказать нельзя.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259–260 стр.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29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58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10-месячного младенца уложили спать на ночь, утром обнаружили мёртвым. Даже после полного вскрытия, анализа обстоятельств смерти и клинического анамнеза причина не установлена. Какая оценка верна с точки зрения синдрома внезапной смерти младенцев (sudden infant death syndrome, SIDS)?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SIDS быть не может, так как такие смерти происходят в основном в возрасте 1–6 месяцев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Если причина не найдена, смерть автоматически оценивается как механическая асфиксия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Диагноз SIDS ставится только детям до 3 месяцев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Соответствует критериям: возраст до одного года, неожиданная смерть во сне, необъяснённая даже после тщательного обследования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29: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59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B1F3A"/>
                </a:solidFill>
                <a:latin typeface="Calibri"/>
              </a:rPr>
              <a:t>D. Соответствует критериям: возраст до одного года, неожиданная смерть во сне, необъяснённая даже после тщательного обследования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SIDS — неожиданная смерть ребёнка до одного года, наступившая во сне и не получившая объяснения даже после полного вскрытия и анализа обстоятельств. 1–6 месяцев — лишь период, когда такие смерти встречаются чаще, а не строгая возрастная граница. Механическая асфиксия также не предполагается без оснований.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Payne-James J., Jones R., Karch S.B., Manlove J., Simpson's Forensic Medicine, 68 стр.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Вопрос 30 /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60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Calibri"/>
              </a:rPr>
              <a:t>При наружном осмотре трупа родившегося живым и дышавшего новорождённого выявлены шестой палец и заячья губа. Учитывая, что наружные пороки часто сочетаются с внутренними, что должен сделать эксперт?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Тщательно исследовать головной мозг и внутренние органы, исключив внутренние пороки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67328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67328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67328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Отказаться от внутреннего исследования, поскольку выявлены наружные пороки, и ограничиться наружным осмотром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17136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17136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17136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Считая пороки косметическими, при внутреннем исследовании осмотреть только лёгкие и кишечник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66944"/>
            <a:ext cx="640080" cy="621792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669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Calibri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10088575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Calibri"/>
              </a:rPr>
              <a:t>Исследовать только плаценту и пуповину, так как пороки происходят от патологии плаценты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Ответ 30: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61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1F3A"/>
                </a:solidFill>
                <a:latin typeface="Calibri"/>
              </a:rPr>
              <a:t>A. Тщательно исследовать головной мозг и внутренние органы, исключив внутренние пороки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Наружные пороки часто сочетаются с внутренними, некоторые из которых приводят к нежизнеспособности. Поэтому головной мозг и внутренние органы исследуются полностью. Без внутреннего исследования правильное заключение о жизнеспособности сделать нельзя.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Источник: G‘iyosov Z.A., Sud tibbiyoti: darslik, 263 стр.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Литература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№3. Лекция: Судебно-медицинское исследование трупов новорождённых и плода. · Автоматически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62 / 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10. Homila va yangi tug'ilgan go'daklar murdasi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ed.. 2011. Chapter 7. Deaths and injury in infancy, pp. 65–75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 (egasi taqdim etgan; yopiq foydalanish). 2017. 2-modul. Tanatologiya, hodisa joyi, murda ekspertizasi, yangi tug‘ilgan chaqaloq; bet 41-100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Пиголкин Ю.И., Баринов Е.Х., Богомолов Д.В., Богомолова И.Н. Судебная медицина: учебник для вузов, М.: ГЭОТАР-МЕД (egasi taqdim etgan; yopiq foydalanish). 2002. Kirish, 1-5-boblar: fan, protsessual asos, usullar, tarix, ekspertiza ob’ektlari (kitob beti 5-66) (1/2); bet 5-55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