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4-kurs-davolash-06-q01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4-kurs-davolash-06-q02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4-kurs-davolash-06-q03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4-kurs-davolash-06-q04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4-kurs-davolash-06-q05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4-kurs-davolash-06-q06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4-kurs-davolash-06-q07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4-kurs-davolash-06-q08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4-kurs-davolash-06-q09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4-kurs-davolash-06-q10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4-kurs-davolash-06-q16 · hard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4-kurs-davolash-06-q17 ·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4-kurs-davolash-06-q18 ·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4-kurs-davolash-06-q19 · hard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4-kurs-davolash-06-q20 · hard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4-kurs-davolash-06-q21 ·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4-kurs-davolash-06-q22 · hard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4-kurs-davolash-06-q23 · hard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4-kurs-davolash-06-q24 · hard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4-kurs-davolash-06-q25 ·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4-kurs-davolash-06-q26 · hard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4-kurs-davolash-06-q27 · hard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4-kurs-davolash-06-q28 · hard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4-kurs-davolash-06-q29 · hard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4-kurs-davolash-06-q30 · 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No. 3. Lecture: Forensic medical examination of the corpses of newborns and of the fetus.</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Class quiz · 30 questions</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Automatic translation — unreviewed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is the main function of the vernix caseosa covering the skin of a newborn inside the uterus?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Protects the fetus from heat loss inside the uterus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Stops minor bleeding during passage through the birth canal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Protects the fetal skin from maceration by amniotic fluid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Accelerates gas exchange through the skin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Protects the fetal skin from maceration by amniotic fluid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Vernix caseosa consists of a mixture of sebaceous gland secretion, desquamated epidermal cells, lanugo hairs and amniotic fluid. It protects the skin from soaking in water and undergoing maceration. The other options are not functions attributed to it.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257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differentiating cephalohematoma from caput succedaneum, which description is characteristic of cephalohematoma?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 hemorrhage beneath the periosteum of the cranial vault, bounded by the cranial sutures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swelling is also detected over the projection of the sutures and resolves within 2-3 days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swelling is located mainly in the buttock region and is formed by seepage of serous fluid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swelling is only in the soft tissues and appears reddish-yellow on incision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 hemorrhage beneath the periosteum of the cranial vault, bounded by the cranial sutures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Since cephalohematoma is a hemorrhage beneath the periosteum, it is usually located over the projection of one or several bones and does not cross the sutures. It resolves over 2 weeks or longer. The remaining options are signs of caput succedaneum.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257 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premature newborns, how long does complete evacuation of meconium from the intestine usually take?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Within one day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Within 1-2 days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Up to 5-6 days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Up to 3-4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Up to 3-4 days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full-term newborns, meconium is completely passed within 1-2 days after birth. In premature infants this process is slower and extends up to 3-4 days. The other time periods are not given in the source.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257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forensic medical examination, the question of live birth is resolved mainly by determining whether the infant breathed or not. What is the reason for this?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Respiration is the only sign recognized among the criteria of the World Health Organization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Methods for detecting heartbeat, umbilical cord pulsation and voluntary movements after death have not been developed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Heartbeat and voluntary movements are not accepted as criteria of live birth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Umbilical cord pulsation is assessed only as a sign of being newborn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Methods for detecting heartbeat, umbilical cord pulsation and voluntary movements after death have not been developed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World Health Organization has accepted respiration, heartbeat, umbilical cord pulsation and voluntary movements as criteria. However, there are no methods for detecting heartbeat, pulsation and movements in a corpse, so the question of respiration is relied upon.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259 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Why is the radiological test for determining the presence of air in the lungs and intestines before autopsy not used in current forensic practice?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It can show only air in the stomach, not air in the lungs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Its result depends on the infant's age and is unreliable in premature infants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It allows detection of air only after the body has been opened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A lung that has truly breathed cannot be distinguished from cases of artificial ventilation and putrefactive gases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A lung that has truly breathed cannot be distinguished from cases of artificial ventilation and putrefactive gases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Air is visible on X-ray, but its origin cannot be distinguished: the lungs may have truly breathed, been artificially ventilated, or be filled with putrefactive gases. The need for special equipment was also a reason for abandoning the test.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260 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which month of gestation does the ossification center in the calcaneus form?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 the V month of gestation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 the VII month of gestation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 the VIII month of gestation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 the IX month of gestation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In the V month of gestation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center in the calcaneus appears in the V month of gestation (diameter 0.8-1.1 cm). The center in the talus appears in the VII month, and the Beclard nucleus in the distal femoral epiphysis appears in the IX month.</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263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a live-born newborn, when does the demarcation ring (line of reactive inflammation) at the base of the umbilical cord usually form?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Immediately at birth, in the first minutes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On day 3-4 after birth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By the end of the first day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On day 5-7, when the umbilical cord is separating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By the end of the first day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demarcation ring appears as a reddish rim by the end of the first day. Separation of the umbilical stump along this very line occurs later, on day 5-7, so this option is not the time of ring formation.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263 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Gestational age is being determined by the method of I. Yakupov (1981): the circumference of the fetal head is 34 cm. Which gestational age does this value correspond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10 months of gestation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9 months of gestation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8 months of gestation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7 months of gestation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10 months of gestation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this method the head circumference is divided by 3.4: 34 : 3.4 = 10, i.e. 10 months of gestation. The other options result from incorrect division.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262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Even if a newborn is born alive, which of the following developmental defects makes it non-viable?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Presence of webbing between the fingers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Presence of a sixth finger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Congenital cleft of the upper lip (cleft lip)</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Anencephaly (absence of the brain)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Anencephaly (absence of the brain)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Anencephaly is a severe defect incompatible with life. A sixth finger, cleft lip and webbing between the fingers are external defects that may indicate the possible presence of internal defects, but in themselves they do not prevent life.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263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sudden infant death syndrome (SIDS), at what age do deaths occur most frequently?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 the first week after birth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At approximately 2 months of age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At approximately 6 months of age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At approximately 10 months of age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At approximately 2 months of age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Most SIDS deaths occur in the period from 1 month to 6 months, with the peak at 2 months of age. The first week and 10 months of age are not the typical peak of this syndrome.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68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the modern view of forensic pathology, which statement about the results of the lung flotation test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lung fragment that floats in water proves that the infant was born alive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test is still the only reliable method for determining live birth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A sunken lung fragment indicates insufficient respiration, while flotation does not prove live birth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lungs of a stillborn infant never float in water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A sunken lung fragment indicates insufficient respiration, while flotation does not prove live birth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the lung or a fragment of it sinks, it has not expanded sufficiently and the child may have been stillborn. The converse is not true: the lungs of proven stillborn infants sometimes float, so the test alone does not distinguish live birth from stillbirth.</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67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of the following findings indicates that a newborn received care after birth?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Preservation of blood stains on the body and of the vernix caseosa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umbilical cord having been cut and tied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Presence of meconium around the anus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lungs being in a state of primary atelectasis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The umbilical cord having been cut and tied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Cutting and tying of the umbilical cord indicates that the infant was assisted by a person. Blood stains, vernix caseosa and meconium are found even in the absence of care, while primary atelectasis shows that the infant did not breathe, not that care was given.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263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which fetal month does the ossification center of the distal femoral epiphysis (Beclard's nucleus, Beklyar) appear?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 fetal month V</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 fetal month VII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 fetal month IX</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 fetal month VIII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In fetal month IX</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center in the distal femoral epiphysis appears in fetal month IX. The center in the calcaneus forms in month V, and that in the talus in month VII. Month VIII is the period when the swallowing reflex appears and is not related to an ossification center.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263 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the internal examination of a newborn's body, where does the main midline incision begin in order to examine the oral cavity and palate?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From the chin region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From the lower lip</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From the upper lip</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From the upper part of the neck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From the lower lip</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To view the condition of the palate, the incision begins from the lower lip, not from the chin. The chin, upper lip and neck options do not fit this technique.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266 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Under the law of England and Wales, what legal presumption applies to a dead infant that is found?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All dead infants are presumed to be stillborn; the prosecution must prove live birth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All dead infants are presumed to be born alive; the mother must prove stillbirth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An infant born before 24 weeks is always considered born alive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question of live birth is decided solely on the basis of the lung flotation test result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All dead infants are presumed to be stillborn; the prosecution must prove live birth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Under the legal presumption, an infant found dead is considered stillborn. The burden of proving live birth and separate existence rests on the prosecution, and therefore on the pathologist. The other options contradict this principle, and the flotation test is now considered unreliable.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66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body length of a fetal corpse is 45 cm. According to the Haase (Gaaze) formula (for the second half of pregnancy), how many fetal months does the gestational age equal?</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7 fetal months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8 fetal months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 fetal months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9 fetal months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9 fetal months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second half of pregnancy, the body length is divided by 5: 45 : 5 = 9 fetal months. The square root method (approximately 6.7, i.e. 7 months) applies only to the first half, so 7 months is wrong. 8 and 10 months do not match the calculation.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262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the corpse of an infant, there is air in the stomach and the entire small intestine, and no air in the large intestine. Approximately how long did the infant live after birth?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Less than 3 hours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About 5-6 hours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At least 2-3 days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At least more than 1 week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About 5-6 hours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air is present only in the stomach, the infant lived less than 3 hours. By 5-6 hours the air fills the small intestine, and after 6 hours it passes into the large intestine. Therefore, if the small intestine is full and the large intestine is empty, the survival time is about 5-6 hours. 2-3 days and more than 1 week do not fit this finding.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264 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expert determined that the lungs were expanded and proved that the infant had breathed. Why is this still not absolute proof that the infant was fully separated from the mother and existed independently?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Because the lung flotation test always gives a false-negative result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Because the microscopic signs of a lung that has breathed are indistinguishable from others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Because after the head and chest are born, breathing is possible even before the body is fully born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Because artificial respiration always fully expands the alveoli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Because after the head and chest are born, breathing is possible even before the body is fully born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 cephalic delivery, the infant can breathe after the head and chest have emerged, before the lower body is born. Therefore, breathing only indicates the likelihood of separate existence and is not absolute evidence. The remaining options are not supported in this way in the source or are logically incorrect.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66–67 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expert performed the ear (Vent-Vreden) test on an infant's corpse: when the middle ear tympanic cavity was opened under water, no air bubbles emerged, and a mucous mass was found in the cavity. What does the test result indicate?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infant was born alive but died within the first day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test gave a false-negative result due to putrefactive gases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infant was stillborn, because respiration did not pass air into the tympanic cavity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infant was given artificial respiration after birth, so there is no air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The infant was stillborn, because respiration did not pass air into the tympanic cavity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With the first respiratory movements, air passes through the auditory tube into the tympanic cavity. The absence of air and the presence of mucus indicate that there was no respiration, i.e. stillbirth. The other options do not match the interpretation given in the book.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Пиголкин Ю.И., Баринов Е.Х., Богомолов Д.В., Богомолова И.Н., Судебная медицина: учебник для вузов, 33 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fetal corpse, an ossification center 0.9 cm in diameter was found in the calcaneus and 0.8 cm in the talus, while there is no center in the distal femoral epiphysis. Based on these signs alone, within what range is the gestational age estimated?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Before fetal month V</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Between fetal months V and VII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After fetal month IX</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Between fetal months VII and IX</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Between fetal months VII and IX</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center in the talus appears in month VII, so the age is at least month VII. Beclard's (Beklyar) nucleus in the distal femoral epiphysis forms in month IX and is not yet present, so the age is less than month IX. The center in the calcaneus (month V) also fits.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263 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Microscopic examination of the lungs of a premature newborn corpse revealed foci of secondary atelectasis and hyaline membranes on the inner surface of the alveoli. What is the minimum time the infant lived after birth?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At least 5-6 hours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About 1-2 hours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Only a few seconds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At least one day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At least 5-6 hours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At least 1-2 hours are needed for hyaline membranes to form. Secondary atelectasis of the lungs develops only after at least 5-6 hours. When both signs are found together, the longer period applies, so 5-6 hours is the lower limit.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264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corpse of a newborn found at home has abrasions and bruises on the skin of the face and neck, and tears at the corners of the mouth. The skull bones are intact and there is no intracranial hemorrhage. What is the most likely mechanism of the injuries?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Birth trauma: the head was compressed for a long time in the birth canal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woman giving birth attempting to hasten delivery with her own hands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Intrauterine asphyxia: the umbilical cord wrapped around the neck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Passive infanticide: the newborn was left unattended and died from cold exposure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The woman giving birth attempting to hasten delivery with her own hands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Abrasions and bruises on the face and neck, together with tears at the corners of the mouth, are characteristic of the woman assisting herself during delivery. In birth trauma, skull fractures and intracranial hemorrhage occur, while external injuries do not form. Asphyxia and cold exposure do not produce such localized injuries.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265 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 X-ray of the corpse of a child under two years of age shows signs of callus (healing) in the posterior ribs, arranged in a line next to the spine, with a 'string of beads' (rosary) appearance. Which mechanism does this finding most strongly indicate?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Passive fall from the height of a piece of furniture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Chest compressions during cardiopulmonary resuscitation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Repeated forceful squeezing of the chest by an adult's hands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Morphological changes characteristic of sudden infant death syndrome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Repeated forceful squeezing of the chest by an adult's hands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chain of callus in the posterior ribs indicates that the chest was forcefully compressed in the anteroposterior direction one or more times. Resuscitation rarely produces such posterior fractures biomechanically. In sudden infant death syndrome, there is no specific finding of this kind.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71 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three-month-old infant was put to bed at night and found dead in the morning. After a complete autopsy and analysis of the circumstances, no changes were found other than petechial hemorrhages in the thymus, pleura, and epicardium. What is the correct interpretation of these hemorrhages?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Definitive proof of death from mechanical asphyxia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An agonal phenomenon, not the cause of death; does not contradict a diagnosis of sudden infant death syndrome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delayed consequence of birth trauma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specific sign of an acute viral infection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Definitive proof of death from mechanical asphyxia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Intrathoracic petechiae occur in approximately 70% of cases and are now considered an agonal phenomenon. They are not the cause of death and do not prove mechanical asphyxia, so they do not contradict a diagnosis of sudden infant death syndrome. The findings do not support the other options.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69 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On examination of a fetal corpse, the skin is extensively peeled off and pink-brown or reddish, the tissues are soft and slimy-semitranslucent, the skull bones overlap one another, and the head is partially collapsed. Which condition does this picture most closely match?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Death that occurred during the birth process itself</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newborn born alive that then began to putrefy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A fetus that died in the uterus several days before birth and underwent maceration under the influence of fluid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newborn that lived for several hours after birth and died from cold exposure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A fetus that died in the uterus several days before birth and underwent maceration under the influence of fluid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Maceration develops when death occurred several days before birth and the fetus underwent early breakdown under the influence of fluid. Maceration does not occur in death during the birth process. When a child is born alive and then putrefies, the picture is different.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65 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expert had estimated a fetal corpse to be approximately 6 months old. Lanugo hairs swallowed with amniotic fluid (Shibkov–Markovin sign) were found in the intestinal meconium. How does this finding affect the estimate?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It refutes the estimate: the swallowing reflex appears in the VIII fetal month, so the fetus must have reached at least that age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It confirms the estimate: the swallowing reflex begins from the V fetal month and lanugo hairs are swallowed from that time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It does not affect the estimate: lanugo hairs are found in meconium equally at any stage of pregnancy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It confirms the estimate: the composition of meconium includes lanugo hairs only in the VI fetal month</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It refutes the estimate: the swallowing reflex appears in the VIII fetal month, so the fetus must have reached at least that age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Lanugo hairs enter the meconium because amniotic fluid is swallowed, and the swallowing reflex appears in the VIII fetal month. Therefore this sign would not be present in a 6-month fetus, and the estimate turns out to be wrong. The V month is the period when the sebaceous glands of the skin begin to function and is unrelated to the swallowing reflex.</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263 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 fetal corpse has a body length of 46 cm and a weight of 2300 g. According to textbook criteria, is it considered a mature fetus?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Yes, a body length above 45 cm is sufficient, weight is secondary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Yes, a weight above 2000 g is sufficient for maturity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No, a body length of at least 50 cm is required for maturity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No, although the length is sufficient, the condition that the weight be not less than 2500 g is not met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No, although the length is sufficient, the condition that the weight be not less than 2500 g is not met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Both conditions must be met for a mature fetus: a body length of 45 cm or more and a weight of not less than 2500 g. In this case the length is adequate, but the weight is insufficient. 50 cm is close to the average figure for full-term newborns, not the threshold of maturity.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262 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newborn was given artificial respiration mouth-to-mouth after birth. At autopsy, the lung pieces floated in water and air was found in the stomach. Which conclusion of the expert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Both tests are positive, therefore the infant breathed independently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results do not prove independent breathing: with artificial respiration, both the lung test and the gastrointestinal test can be false positive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lung test is unreliable, but air in the stomach definitely proves independent breathing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Air in the stomach proves artificial respiration, and floating of the lungs proves independent breathing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The results do not prove independent breathing: with artificial respiration, both the lung test and the gastrointestinal test can be false positive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With artificial respiration, the floating of lung pieces is not uniform and can give a false positive result. Part of the air also passes into the stomach, so the gastrointestinal test is also unreliable. In such a case, live birth cannot be proven by these tests.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259–260 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10-month-old infant was put to bed at night and found dead in the morning. The cause was not determined even after a complete autopsy and analysis of the circumstances of death and clinical history. Which assessment is correct from the standpoint of sudden infant death syndrome (SIDS)?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SIDS cannot be the cause, because such deaths occur mainly at 1–6 months of age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If no cause is found, the death is automatically assessed as mechanical asphyxia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diagnosis of SIDS is made only in children up to 3 months of age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Meets the criteria: under one year of age, unexpected death during sleep, unexplained even after a thorough investigation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Meets the criteria: under one year of age, unexpected death during sleep, unexplained even after a thorough investigation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SIDS is an unexpected death in a child under one year of age that begins during sleep and remains unexplained even after a complete autopsy and analysis of the circumstances. 1–6 months is merely the period when such deaths are more common, not a strict age limit. Mechanical asphyxia also cannot be assumed without a cause.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68 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External examination of the corpse of a newborn who was born alive and breathed revealed a sixth finger (polydactyly) and a cleft lip. Considering that external defects often occur together with internal defects, what should the expert do?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Carefully examine the brain and internal organs to exclude internal defects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Forgo internal examination because external defects were found, and limit to external examination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Consider the defects cosmetic and examine only the lungs and intestines in the internal examination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Examine only the placenta and umbilical cord, because the defects arise from placental pathology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Carefully examine the brain and internal organs to exclude internal defects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External defects often occur together with internal defects, some of which lead to non-viability. For this reason, the brain and internal organs are examined completely. Without an internal examination, a correct conclusion about viability cannot be drawn.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263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No. 3. Lecture: Forensic medical examination of the corpses of newborns and of t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10. Homila va yangi tug'ilgan go'daklar murdasi</a:t>
            </a:r>
          </a:p>
          <a:p>
            <a:pPr>
              <a:spcAft>
                <a:spcPts val="1200"/>
              </a:spcAft>
            </a:pPr>
            <a:r>
              <a:rPr sz="1800">
                <a:solidFill>
                  <a:srgbClr val="1F2937"/>
                </a:solidFill>
                <a:latin typeface="Calibri"/>
              </a:rPr>
              <a:t>▸  Payne-James J., Jones R., Karch S.B., Manlove J. Simpson's Forensic Medicine, 13th ed.. 2011. Chapter 7. Deaths and injury in infancy, pp. 65–75</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2-modul. Tanatologiya, hodisa joyi, murda ekspertizasi, yangi tug‘ilgan chaqaloq; bet 41-100</a:t>
            </a:r>
          </a:p>
          <a:p>
            <a:pPr>
              <a:spcAft>
                <a:spcPts val="1200"/>
              </a:spcAft>
            </a:pPr>
            <a:r>
              <a:rPr sz="1800">
                <a:solidFill>
                  <a:srgbClr val="1F2937"/>
                </a:solidFill>
                <a:latin typeface="Calibri"/>
              </a:rPr>
              <a:t>▸  Пиголкин Ю.И., Баринов Е.Х., Богомолов Д.В., Богомолова И.Н. Судебная медицина: учебник для вузов, М.: ГЭОТАР-МЕД (egasi taqdim etgan; yopiq foydalanish). 2002. Kirish, 1-5-boblar: fan, protsessual asos, usullar, tarix, ekspertiza ob’ektlari (kitob beti 5-66) (1/2); bet 5-55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