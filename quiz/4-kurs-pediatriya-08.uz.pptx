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4-kurs-pediatriya-08-q01 · oson-o‘rta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4-kurs-pediatriya-08-q02 · oson-o‘rta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4-kurs-pediatriya-08-q03 · oson-o‘rta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4-kurs-pediatriya-08-q04 · oson-o‘rta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4-kurs-pediatriya-08-q05 · oson-o‘rta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4-kurs-pediatriya-08-q06 · oson-o‘rta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4-kurs-pediatriya-08-q07 · oson-o‘rta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4-kurs-pediatriya-08-q08 · oson-o‘rta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4-kurs-pediatriya-08-q09 · oson-o‘rta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4-kurs-pediatriya-08-q10 · oson-o‘rta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4-kurs-pediatriya-08-q11 · oson-o‘rta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4-kurs-pediatriya-08-q12 · oson-o‘rta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4-kurs-pediatriya-08-q13 · oson-o‘rta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4-kurs-pediatriya-08-q14 · oson-o‘rta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4-kurs-pediatriya-08-q15 · oson-o‘rta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4-kurs-pediatriya-08-q16 · qiyin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4-kurs-pediatriya-08-q17 · qiyin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4-kurs-pediatriya-08-q18 · qiyin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4-kurs-pediatriya-08-q19 · qiyin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4-kurs-pediatriya-08-q20 · qiyin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4-kurs-pediatriya-08-q21 · qiyin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4-kurs-pediatriya-08-q22 · qiyin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4-kurs-pediatriya-08-q23 · qiyin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4-kurs-pediatriya-08-q24 · qiyin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4-kurs-pediatriya-08-q25 · qiyin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4-kurs-pediatriya-08-q26 · qiyin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4-kurs-pediatriya-08-q27 · qiyin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4-kurs-pediatriya-08-q28 · qiyin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4-kurs-pediatriya-08-q29 · qiyin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4-kurs-pediatriya-08-q30 · qiyin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Amaliy mashgʻulot: Yangi tug‘ilgan chaqaloqlar murdasining sud-tibbiy ekspertizasi. Go‘dak o‘ldirish. Ekspertiza tomonidan hal etiladigan savollar. Yangi tug‘ilganlik, rasolik, hayotga layoqatlilik, tirik tug‘ilganlik be</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Sinf testi · 30 ta test savoli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Chaqaloq murdasining mekoniyida tuk sochlari topildi (Shibkov–Markovin belgisi). Bu belgi homilada yutish refleksi shakllanganini ko‘rsatadi. Yutish refleksi qaysi homila oyida paydo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VI homila oyida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VII homila oyida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VIII homila oyida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IX homila oyida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VIII homila oyida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Yutish refleksi VIII homila oyida paydo bo‘ladi. Shundan keyin homila tuk sochli qog‘onoq suvini yutadi va sochlar mekoniyga tushadi. Boshqa oylar refleksning paydo bo‘lish muddatiga mos kelmaydi.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263 bet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Gestatsion yoshni aniqlash uchun suyaklanish o‘zaklari tekshirilmoqda. Tovon suyagida suyaklanish o‘zagi qaysi homila oyida shakllanadi?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V homila oyida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VII homila oyida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IX homila oyida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X homila oyida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V homila oyida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Tovon suyagidagi o‘zak V homila oyida shakllanadi va diametri 0,8–1,1 sm bo‘ladi. VII oy g‘altaksimon suyakka, IX oy esa son suyagining pastki epifizidagi Beklyar yadrosiga xos. X oy bu suyak o‘zaklarining paydo bo‘lish muddati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263 bet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Tirik tug‘ilgan noraso chaqaloq o‘pkasida alveolalarning ichki yuzasida gialin membranalari aniqlandi. Bu membranalar hosil bo‘lishi uchun go‘dak ona organizmidan tashqarida kamida qancha yashashi kerak?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Kamida 3 soat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Kamida 24 soat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Kamida 5–6 soat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Kamida 1–2 soat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Kamida 1–2 soat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Gialin membranalari go‘dak kamida 1–2 soat yashagandan keyin paydo bo‘ladi. 5–6 soat o‘pkaning ikkilamchi atelektazi rivojlanishi uchun kerak. 3 soat esa havo faqat oshqozonda bo‘lgan holatga tegishli. 24 soat kindikdagi demarkatsion halqaning shakllanish muddati.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264 bet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Tirik tug‘ilgan go‘dakning kindik asosida reaktiv yallig‘lanish (demarkatsion halqa) qachonga kelib shakllanadi?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Tug‘ilgandan keyingi dastlabki bir necha daqiqada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Birinchi sutkaning oxiriga kelib</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Tug‘ilgandan keyin 5–7-kunlarda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Hayotning 2–3-kunlarida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Birinchi sutkaning oxiriga kelib</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Demarkatsion halqa birinchi sutka oxiriga kelib shakllanadi, ya’ni yangi tug‘ilganlik davrining oxirida. 5–7-kunlarda esa kindik shu chiziq bo‘ylab ajralib tushadi. 2–3-kunlarda tug‘ruq shishi so‘riladi.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263 bet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Jahon sog‘liqni saqlash tashkiloti (JSST) tavsiyalariga ko‘ra, homiladorlikning qaysi haftalarida tug‘ish o‘z muddatida tug‘ish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28–36 hafta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34–40 hafta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40–46 hafta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37–42 hafta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37–42 hafta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JSST bo‘yicha o‘z muddatidagi tug‘ish homiladorlikning 37–42 haftalariga to‘g‘ri keladi. Shu muddatda tug‘ilgan go‘daklar raso hisoblanadi. Boshqa oraliqlar noraso yoki muddatdan o‘tgan tug‘ruqni ifodalaydi.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261 bet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Chaqaloq murdasida kalla gumbazi suyaklarining sinishi aniqlandi. Qaysi belgi bu sinishning tug‘ruq travmasidan kelib chiqqanini, tug‘ruqdan keyingi shikastdan farqli o‘laroq, ko‘rsatadi?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Boshning tashqi yumshoq to‘qimalarida yara hosil bo‘lmaydi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Boshning terisida yara va chandiqlar bo‘ladi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pastki jag‘ va yuz suyaklari shikastlanadi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Tashqi yaralar bilan birga bo‘yin sohasida shilinmalar topiladi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Boshning tashqi yumshoq to‘qimalarida yara hosil bo‘lmaydi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Tug‘ruq travmasida suyaklar sinishi mumkin, lekin tashqi jarohatlar, jumladan yaralar hosil bo‘lmaydi. Tug‘ruqdan keyingi shikastlarda esa yara bo‘lishi mumkin. Tug‘ruq travmasida aksariyat tepa va peshona suyaklari shikastlanadi, yuz suyaklari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265 bet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Homila tanasining uzunligi 30 sm. Baltazar–Derve indeksi (5,6) yordamida gestatsion yosh necha kunni tashkil etadi?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168 kun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150 kun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196 kun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210 kun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168 kun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Baltazar–Derve usulida tana uzunligi 5,6 ga ko‘paytiriladi: 30 × 5,6 = 168 kun (taxminan 6 homila oyi). Boshqa variantlar bu ko‘paytirish natijasiga mos kelmaydi.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262 bet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Homila murdasi bilan birga yo‘ldosh va kindik taqdim etildi: kindik uzunligi 46 sm, yo‘ldosh massasi 410 g. Jadvalga ko‘ra bu ko‘rsatkichlar qaysi homila oyiga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VII homila oyi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VIII homila oyi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IX homila oyi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X homila oyi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VIII homila oyi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Jadvalda VIII homila oyiga kindik uzunligi 46 sm va yo‘ldosh massasi 410 g to‘g‘ri keladi. VII oyda bu qiymatlar kichikroq (42 sm, 340 g), IX va X oylarda esa kattaroq.</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262 bet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Chirish gazlari hosil bo‘lgan chaqaloq murdasida tirik tug‘ilganlikni aniqlash uchun oshqozon-ichak sinamasidan foydalanish nega tavsiya etilmaydi?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Sinama chirigan murdada har doim soxta manfiy natija beradi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Chirigan murdada oshqozon-ichak majmuasini ajratib olib bo‘lmaydi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Chirish gazlari hisobiga sinama soxta musbat natija berishi mumkin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Chirish gazlari ichakdagi havoni to‘liq so‘rib yuboradi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Chirish gazlari hisobiga sinama soxta musbat natija berishi mumkin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Chirish gazlari oshqozon va ichaklarni suvda qalqitib yuboradi, shuning uchun nafas olinmagan bo‘lsa ham musbat natija chiqishi mumkin. Boshqa variantlar sinamaning haqiqiy cheklovini ko‘rsatmaydi.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260 bet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Rentgenologik sinama hozirgi paytda sud-tibbiy ekspertiza amaliyotida qo‘llanilmaydi. Uning asosiy diagnostik kamchiligi nimada?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U faqat o‘pka bo‘laklarini alohida tekshirishga imkon beradi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 nafas olgan o‘pkadagi havoning bir qismini yo‘qotib qo‘yadi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U faqat murda to‘liq ochilgandan keyin o‘tkazilishi mumkin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U nafas olgan o‘pkani sun’iy ventillyasiya va chirish gazlaridan ajrata olmaydi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U nafas olgan o‘pkani sun’iy ventillyasiya va chirish gazlaridan ajrata olmaydi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Rentgenda o‘pka, oshqozon va ichaklardagi havo ko‘rinadi, lekin uning manbai (o‘z nafasi, sun’iy ventillyasiya yoki chirish gazlari) farqlanmaydi. Sinama murdani ochishdan oldin o‘tkaziladi, shuning uchun boshqa variantlar xato.</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260 bet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Nafas olmagan yangi tug‘ilgan chaqaloq o‘pkasining vazni 55–60 g. Nafas boshlanib, o‘pkada qon aylanishi yuzaga kelgach, uning vazni taxminan qancha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70–75 g</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85–90 g</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100–110 g</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120–130 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85–90 g</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Nafas olish bilan o‘pkada qon aylanishi boshlanadi va vazn 85–90 g gacha ortadi. Qolgan oraliqlar manbadagi qiymatga mos kelmaydi.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260 bet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Yetuk homilada yo‘g‘on ichak bo‘shlig‘i keng va mekoniyga to‘la bo‘ladi. Homila ichi asfiksiyasida mekoniy ichakdan to‘liq yoki qisman chiqib ketsa, yo‘g‘on ichak bo‘shlig‘i qanday o‘zgaradi?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Bo‘shliq yanada kengayib, devori sezilarli yupqalashadi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Bo‘shliq o‘zgarmaydi, faqat mekoniyning rangi o‘zgaradi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Bo‘shliq ancha torayadi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Bo‘shliq havo bilan to‘lib, ichak shishib ketadi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Bo‘shliq ancha torayadi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Homila ichi asfiksiyasida mekoniy ichakdan chiqib ketadi va yo‘g‘on ichak bo‘shlig‘i torayadi. Bu belgi qog‘onoq suvlarida mekoniy ko‘pligi bilan birga asfiksiyani tasdiqlaydi.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265 bet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Chaqaloq murdasi o‘pkasining mikroskopik tekshiruvida alveolalar yoyilmagan, alveolalararo to‘siqlar qalin, kapillyarlarda qon yo‘q. Bunday o‘pkada alveolyar epiteliy qanday shaklda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Yassi shaklda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Kubsimon shaklda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Silindrsimon shaklda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Ko‘p qatlamli yassi shaklda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Kubsimon shaklda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Nafas olmagan (o‘lik tug‘ilgan) go‘dakning o‘pkasida alveolalar yoyilmagan bo‘lib, epiteliy kubsimon shaklda qoladi. Nafas olgan o‘pkada alveolalar yoyilgani sababli epiteliy yassilashadi, to‘siqlar ingichkalashadi va kapillyarlar qonga to‘ladi. Boshqa variantlar nafas olmagan o‘pka uchun xos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261 bet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Chaqaloq o‘pkasidagi kichik va o‘rta kalibrli arteriyalar ichida “kurtaksimon” va “yostiqsimon” bo‘rtiqlar (N.A. Mityaeva belgisi) topildi. Bu belgi qaysi go‘dak uchun xos?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Ikkilamchi atelektaz rivojlangan, bir necha soat yashagan go‘dak</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Sun’iy nafas oldirilgan, keyin o‘lgan go‘dak</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Gialin membranali, tirik tug‘ilgan noraso go‘dak</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O‘lik tug‘ilgan go‘dak</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O‘lik tug‘ilgan go‘dak</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Arteriya ichidagi bunday bo‘rtiqlar o‘lik tug‘ilgan go‘daklarda aniqlanadi, nafas olgan o‘pkada esa uchramaydi. Gialin membranalar aksincha tirik tug‘ilgan norasolarda uchraydi. Shu sababli bu belgi tirik tug‘ilganlikni inkor etishda yordam beradi.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261 bet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Chaqaloq murdasida barabon bo‘shlig‘i suv ostida ochildi: havo pufakchalari chiqmadi, bo‘shliqda shilimshiq bor. Quloq (Vent–Vreden) sinamasining bunday natijasi nimani ko‘rsatadi?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Go‘dak o‘lik tug‘ilgan, nafas harakatlari bo‘lmagan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Go‘dak tirik tug‘ilgan, havo keyinchalik so‘rilib ketgan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Go‘dak tirik tug‘ilgan, ammo hayotga layoqatsiz bo‘lgan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Go‘dak nafas olgan, lekin atigi bir necha daqiqa yashagan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Go‘dak o‘lik tug‘ilgan, nafas harakatlari bo‘lmagan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Birinchi nafas harakatlarida havo eshitish nayi orqali barabon bo‘shlig‘iga kiradi. Havo bo‘lmasdan faqat shilimshiq topilsa, bu o‘lik tug‘ilganlikning isboti hisoblanadi. Boshqa variantlar sinamaning mantiqiga zid.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Пиголкин Ю.И., Баринов Е.Х., Богомолов Д.В., Богомолова И.Н., Судебная медицина: учебник для вузов, 33 bet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Ekspertizaga bir homilali go‘dak murdasi keltirildi: tana uzunligi 46 sm, vazni 2400 g. Yetuklik mezonlariga ko‘ra qaysi xulosa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Yetuk va raso, chunki tana uzunligi talabga javob beradi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Yetuk, chunki vazn 2500 g dan bir oz kam bo‘lishi muhim emas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Yetuk emas, chunki vazni 2500 g dan kam</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Yetuk emas, chunki tana uzunligi 50 sm dan kam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Yetuk emas, chunki vazni 2500 g dan kam</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Yetuk deb hisoblanishi uchun tana uzunligi kamida 45 sm bo‘lishi va vazn 2500 g dan kam bo‘lmasligi kerak. Bu go‘dakda uzunlik yetarli, ammo vazn me’yordan past, shuning uchun yetuk emas. 50 sm yetuklik chegarasi emas, u raso go‘daklarning o‘rtacha ko‘rsatkichiga yaqin.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262 bet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Murda ochilganda go‘dak o‘pkasida nafas olish belgilari aniqlandi. Angliya va Uels qonunchiligi sharoitida ekspert shu asosda go‘dakning “alohida mavjudligi” mutlaq isbotlandi, deb xulosa qila oladimi?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Ha, chunki nafas olish alohida mavjudlikning mutlaq isbotidir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Yo‘q, chunki bosh va ko‘krak tug‘ilgach, tananing pastki qismi tug‘ilmasdan ham go‘dak nafas olishi mumkin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Yo‘q, chunki nafas olganlikni murdada umuman aniqlab bo‘lmaydi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Ha, chunki nafas faqat go‘dak onadan to‘liq ajralgandan keyin boshlanadi</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Yo‘q, chunki bosh va ko‘krak tug‘ilgach, tananing pastki qismi tug‘ilmasdan ham go‘dak nafas olishi mumkin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Bosh bilan tug‘ilishda go‘dak bosh va ko‘krak qafasi tug‘ilgach, tananing pastki qismi hali ona tanasida bo‘lsa ham nafas olishi mumkin. Shu sababli nafas olish belgisi yagona o‘zi to‘liq ajralishni isbotlamaydi. Nafas olganlikni aniqlash esa ayrim hollarda mumkin, shuning uchun uchinchi variant xato.</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66-67 bet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Tirik tug‘ilgan noraso go‘dak o‘pkasida ham gialin membranalar, ham ikkilamchi atelektaz aniqlandi. Shu ikki belgiga tayanib, go‘dak ona organizmidan tashqarida kamida qancha yashagan deb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Kamida 30 daqiqa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Kamida 1–2 soat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Kamida 24 soat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Kamida 5–6 soat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Kamida 5–6 soat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Gialin membranalar hosil bo‘lishi uchun kamida 1–2 soat yashash kerak. Ikkilamchi atelektaz esa kamida 5–6 soatdan keyin rivojlanadi. Ikki belgi birga bo‘lganda uzoqroq talab qiladigan belgi minimal muddatni belgilaydi, ya’ni 5–6 soat.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264 bet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Ekspertizaga homila murdasi keltirildi, boshining aylana uzunligi 27,2 sm. I. Yakupov (1981) usuli bo‘yicha gestatsion yosh necha homila oyiga to‘g‘ri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7 homila oyi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8 homila oyi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9 homila oyi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10 homila oyi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8 homila oyi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Yakupov usulida boshning aylana uzunligi 3,4 ga bo‘linadi: 27,2 : 3,4 = 8, ya’ni 8 homila oyi. Boshqa variantlar bu bo‘lish natijasiga mos kelmaydi (masalan, 10 oy 34 sm aylanaga to‘g‘ri keladi).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262 bet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Chaqaloq murdasida teri keng ko‘chgan, tusi pushti-qo‘ng‘ir, to‘qimalar yumshoq, shilimshiq va shaffofsimon, bosh suyaklari bir-birining ustiga chiqib qolgan. Bu manzara qanday xulosaga olib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Go‘dak tug‘ruq jarayonida o‘lgan, o‘lim tug‘ish paytida ro‘y bergan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Go‘dak tug‘ilgach bir necha daqiqa yashagan va keyin chirish boshlangan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Go‘dak tirik tug‘ilib, bir necha kun yashagan va sovuqdan o‘lgan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Homila tug‘ruqdan kamida bir necha kun oldin bachadonda o‘lgan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Homila tug‘ruqdan kamida bir necha kun oldin bachadonda o‘lgan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Tasvirlangan o‘zgarishlar maseratsiyaga xos bo‘lib, u o‘lim tug‘ruqdan bir necha kun oldin bo‘lganda, o‘lik homilaning suyuqlikda turishi natijasida rivojlanadi. Tug‘ruq vaqtida ro‘y bergan o‘limda maseratsiya bo‘lmaydi, tirik tug‘ilgach chirigan go‘dakning ko‘rinishi esa bundan farq qiladi.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65 bet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Tug‘ruq paytida o‘lgan homila murdasida yuz va bo‘yin sohalarida shilinma va qontalashlar, og‘iz burchaklarida yorilishlar topildi. Bu jarohatlarni ekspert qaysi mexanizmga bog‘lashi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Tug‘ayotgan ayol tug‘ruqni tezlashtirish uchun qo‘llari bilan yordam bergan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Tor tosda bosh uzoq qisilib, kalla gumbazi suyaklari sinishi yuz bergan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Yo‘ldosh muddatidan oldin ko‘chib, homila ichi asfiksiyasi rivojlangan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Kindikdagi chin tugun tufayli homila ichi asfiksiyasi yuzaga kelgan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21: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Tug‘ayotgan ayol tug‘ruqni tezlashtirish uchun qo‘llari bilan yordam bergan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Yuz va bo‘yin shilinmalari hamda og‘iz burchaklarining yorilishi ayolning tug‘ruqda o‘ziga yordam berishiga xos. Tug‘ruq travmasida tashqi jarohat, jumladan yara hosil bo‘lmaydi, homila ichi asfiksiyasida esa faqat tez o‘lim belgilari topiladi.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265 bet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Angliya va Uels qonunchiligida ona 9 oylik farzandini qasddan o‘ldirdi; o‘sha paytda emizish ta’siri tufayli uning ruhiy muvozanati buzilgan edi. Bu holat qanday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Oddiy qotillik (murder) sifatida baholanadi, majburiy umrbod qamoq jazosi qo‘llanadi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Infanticide emas, chunki sud tibbiyotida bunday davr faqat birinchi 24 soat bilan cheklanadi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Infanticide Act 1938 bo‘yicha infanticide, jazo esa odam o‘ldirish (manslaughter) kabi belgilanadi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Faqat o‘lik tug‘ilganlik sifatida rasmiylashtiriladi va jinoiy javobgarlik belgilanmaydi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22: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Infanticide Act 1938 bo‘yicha infanticide, jazo esa odam o‘ldirish (manslaughter) kabi belgilanadi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Bu qonunda ona bir yoshga to‘lmagan farzandini qasddan o‘ldirsa va tug‘ish yoki emizish oqibatida ruhiy muvozanati buzilgan bo‘lsa, u infanticide uchun javob beradi va jazo manslaughter kabi bo‘ladi. 24 soatlik chegara O‘zbekiston sud tibbiyotidagi “yangi tug‘ilganlik” tushunchasiga tegishli, Angliya qonuni esa 12 oygacha bo‘lgan bolani qamrab 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66 bet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Homila murdasida kindik bo‘yin atrofida o‘ralgan. Quyidagi topilmalarning qaysi majmui homila ichi asfiksiyasidan o‘lganini ko‘proq ko‘rsatadi?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Tez sodir bo‘lgan o‘lim belgilari, qog‘onoq suvlarining aspiratsiyasi, qog‘onoq suvlarida ko‘p mekoniy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Kindikda demarkatsion halqa, oshqozonda sut, o‘pka alveolalarida gialin membranalar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Yo‘g‘on ichak keng va mekoniyga to‘la, o‘pka alveolalari yoyilgan, oshqozonda havo</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Teri maseratsiyasi, bosh suyaklarining bir-biriga chiqishi, qog‘onoq suvlari aspiratsiyasining yo‘qligi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Tez sodir bo‘lgan o‘lim belgilari, qog‘onoq suvlarining aspiratsiyasi, qog‘onoq suvlarida ko‘p mekoniy</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Homila ichi asfiksiyasida tez o‘lim belgilari, qog‘onoq suvlarining aspiratsiyasi va suvlarda ko‘p mekoniy topiladi. Ikkinchi va uchinchi variantdagi belgilar tirik tug‘ilganlik va nafas olishga, to‘rtinchisi esa kunlar oldin bo‘lgan o‘limga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264-265 bet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Angliya va Uels qonunchiligida 26 haftalik homila onadan to‘liq ajralib chiqdi, nafas olmadi va hayot belgilarini ko‘rsatmadi. Tug‘ruqda shifokor ishtirok etgan. Qaysi hujjat rasmiylashtiriladi?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Shifokor odatdagi o‘lim guvohnomasini beradi, chunki bola 24 haftadan katta edi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Politsiya infanticide bo‘yicha jinoyat ishini rasmiylashtiradi va hujjat shu asosda beriladi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Shifokor yoki akusherka o‘lik tug‘ilganlik (stillbirth) guvohnomasini to‘ldiradi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Hech qanday hujjat berilmaydi, chunki bunday homila “bola” hisoblanmaydi</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Shifokor yoki akusherka o‘lik tug‘ilganlik (stillbirth) guvohnomasini to‘ldiradi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Angliya va Uels ta’rifiga ko‘ra gestatsion yosh 24 haftadan oshgan va nafas yoki hayot belgisi bo‘lmagan bola o‘lik tug‘ilgan hisoblanadi. U huquqiy ma’noda hech qachon “yashamagan” bo‘lgani uchun o‘lim guvohnomasi berilmaydi, uning o‘rniga maxsus stillbirth guvohnomasi to‘ldiriladi.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65-66 bet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Tirik tug‘ilgan, tana uzunligi 51 sm, vazni 3200 g bo‘lgan go‘dak murdasida tashqi tekshiruvda quyon lab va oltinchi barmoq aniqlandi. Ekspertning keyingi to‘g‘ri harakati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Nuqsonlarni yengil deb baholab, ichki a’zolarni ochmasdan faqat tashqi tekshiruv bilan cheklanish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Ichki nuqsonlarni istisno qilish uchun bosh miya va ichki a’zolarni sinchiklab tekshirish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Nuqsonlarni tug‘ruq travmasining oqibati deb baholab, ichki tekshiruvni boshlamasdan tugatish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Go‘dakni hayotga layoqatsiz deb topib, murdani butunlay ochmaslik</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Ichki nuqsonlarni istisno qilish uchun bosh miya va ichki a’zolarni sinchiklab tekshirish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Tashqi nuqsonlar ko‘pincha ichki nuqsonlar bilan birga uchraydi, anensefaliya yoki ikki kamerali yurak kabi nuqsonlar esa hayotga monelik qiladi. Shuning uchun ichki a’zolarni tekshirish shart. Go‘dak raso va yetuk, o‘ta norasolik mezoniga (25 sm, 500 g dan kam) kirmaydi. Tug‘ruq travmasida esa bunday tashqi nuqsonlar hosil bo‘lmaydi.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263 bet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Murdada tovon suyagida diametri 0,9 sm va g‘altaksimon suyakda 0,8 sm suyaklanish o‘zagi bor, sonning pastki epifizida (Beklyar yadrosi) esa o‘zak topilmadi. Homiladorlikda patologik holatlar bo‘lmagan deb faraz qilsak, gestatsion yosh qaysi oraliqqa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IV–V homila oyi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V–VI homila oyi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VII–VIII homila oyi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IX–X homila oyi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VII–VIII homila oyi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G‘altaksimon suyakdagi o‘zak VII oyda paydo bo‘ladi, shuning uchun yosh VII oydan kichik bo‘lmaydi. Son epifizidagi o‘zak IX oyda shakllanadi, u yo‘qligi esa yoshning IX oydan kichikligini ko‘rsatadi. Homiladorlik davridagi kasalliklar yoki zararli odatlar o‘zaklarning kech paydo bo‘lishiga sabab bo‘lishi mumkin, shuning uchun bu baho taxminiy.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263 bet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Chaqaloq murdasida oshqozonda va ingichka ichakda havo bor, yo‘g‘on ichakda havo yo‘q. Chirish va sun’iy nafas oldirish belgilari aniqlanmagan. Go‘dak ona organizmidan tashqarida taxminan qancha yashagan?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Taxminan 5–6 soat: havo ingichka ichakni to‘ldirgan, yo‘g‘on ichakka hali o‘tmagan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3 soatdan kam: havo faqat oshqozonda bo‘ladigan davr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6 soatdan ortiq: havo yo‘g‘on ichakka allaqachon o‘tgan bo‘ladi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Taxminan 1–2 soat: gialin membranalar hosil bo‘lishi uchun yetarli muddat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Taxminan 5–6 soat: havo ingichka ichakni to‘ldirgan, yo‘g‘on ichakka hali o‘tmagan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Havo avval oshqozonda to‘planadi, 5–6 soatga kelib ingichka ichakni to‘ldiradi, 6 soatdan keyin yo‘g‘on ichakka o‘tadi. Ingichka ichak to‘lgan, yo‘g‘on ichak bo‘sh bo‘lgan holat 5–6 soatga mos keladi. Bu muddatlar taxminiy bo‘lgani uchun boshqa belgilar bilan birga baholanadi.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264 bet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Ikki oylik chaqaloq kechasi sog‘lom holda uxlagan, ertalab o‘lik topildi. Murda ochilganda plevra, epikard va timusda mayda nuqtasimon qon quyilishlar (petexiyalar) bor, boshqa o‘lim sababi aniqlanmadi. Bu petexiyalarni qanday baholash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Mexanik bo‘g‘ilishning mutlaq isboti, shuning uchun ish qasddan o‘ldirish deb ko‘riladi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Virusli infeksiyaning aniq belgisi, o‘lim sababi shu infeksiyadir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Tug‘ruq travmasining kechki oqibati va o‘limning bevosita sababi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Agonal hodisa, o‘lim sababi emas; sabab topilmasa, bolalar to‘satdan o‘lim sindromi (SIDS) deb baholanadi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Agonal hodisa, o‘lim sababi emas; sabab topilmasa, bolalar to‘satdan o‘lim sindromi (SIDS) deb baholanadi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Bunday petexiyalar to‘satdan o‘lim sindromida taxminan 70% hollarda uchraydi va hozir o‘lim oldi hodisasi deb qaraladi. Ilgari ular mexanik bo‘g‘ilish isboti deb adashilgan. SIDS tashxisi to‘liq murda ochish, holatlarni o‘rganish va kasallik tarixini ko‘rib chiqqandan keyin ham sabab aniqlanmaganda qo‘yiladi.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68–69 bet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Uch oylik chaqaloq o‘limida rentgen va murdani ochishda orqa qovurg‘alarda, umurtqalarga yaqin chiziq bo‘ylab, marjon ipiga o‘xshash kallus qatori topildi. Bu topilmaning eng ishonchli talqini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Reanimatsiya paytidagi ko‘krak qafasi massajining odatiy oqibati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Tug‘ruq travmasining yagona va odatiy belgisi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Ko‘krak qafasini kattalar qo‘llari bilan kuchli siqishning takroriy epizodlari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Yiqilish tufayli oldingi-yon qovurg‘alarning tasodifiy sinishi</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Ko‘krak qafasini kattalar qo‘llari bilan kuchli siqishning takroriy epizodlari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Orqa qovurg‘alardagi bunday kallus oldinga-orqaga yo‘nalishda kuchli siqish natijasida paydo bo‘ladi, ya’ni kattalarning ko‘krak qafasini qisishiga mos keladi. Reanimatsiyadan orqa qovurg‘alar sinishi biomexanik jihatdan ehtimoldan yiroq, reanimatsiyada oldingi-yon sinishlar kamdan-kam uchraydi. Qovurg‘a sinishlari bolalarda kamdan-kam tasodifiy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71 bet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To‘rt oylik chaqaloqda ko‘p va ikki tomonlama bosh suyagi sinishi topildi. Ota chaqaloq standart to‘shakdan (taxminan 60 sm balandlik) gilamli polga yiqilgan, deydi. Tadqiqotda o‘lik chaqaloqlarning gilamli polga passiv tushishida suyak sinishi faqat 80 sm balandlikdan kuzatilgan. Ekspertning bahosi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Tushuntirish to‘liq mos, chunki bunday sinishlar har qanday balandlikdan paydo bo‘laveradi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Tushuntirish ishonarsiz: balandlik 80 sm dan past, ko‘p va ikki tomonlama sinish zo‘ravonlikni taxmin qildiradi, qo‘shimcha omillar o‘rganiladi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Sinish bo‘lsa albatta miya shikastlanishi bo‘lishi kerak, shuning uchun yiqilish to‘liq istisno qilinadi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Zo‘ravonlikda sinish asosan bosh suyagi asosida bo‘ladi, shuning uchun bu tafsilot ahamiyatsiz</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Tushuntirish ishonarsiz: balandlik 80 sm dan past, ko‘p va ikki tomonlama sinish zo‘ravonlikni taxmin qildiradi, qo‘shimcha omillar o‘rganiladi</a:t>
            </a:r>
          </a:p>
        </p:txBody>
      </p:sp>
      <p:sp>
        <p:nvSpPr>
          <p:cNvPr id="9" name="TextBox 8"/>
          <p:cNvSpPr txBox="1"/>
          <p:nvPr/>
        </p:nvSpPr>
        <p:spPr>
          <a:xfrm>
            <a:off x="640080" y="2468880"/>
            <a:ext cx="10911535" cy="3291840"/>
          </a:xfrm>
          <a:prstGeom prst="rect">
            <a:avLst/>
          </a:prstGeom>
          <a:noFill/>
        </p:spPr>
        <p:txBody>
          <a:bodyPr wrap="square">
            <a:spAutoFit/>
          </a:bodyPr>
          <a:lstStyle/>
          <a:p>
            <a:r>
              <a:rPr sz="1700" b="0">
                <a:solidFill>
                  <a:srgbClr val="1F2937"/>
                </a:solidFill>
                <a:latin typeface="Calibri"/>
              </a:rPr>
              <a:t>Standart mebel balandligi (taxminan 40–70 sm) 80 sm dan past, shuning uchun mebeldan yiqilish bosh suyagi sinishining ehtimoliy sababi emas, mebel g‘ayrioddiy baland bo‘lsa yoki boshqa omillar bo‘lsa ham. Zo‘ravonlikdagi sinishlar ko‘pincha ko‘p, ikki tomonlama yoki chok kesib o‘tadi, asos sinishi esa kam uchraydi. Bosh suyagi sinishi doim ham miya shikastlanishi bilan kelmaydi. Qisqa balandlikdan yiqilishning o‘limga olib kelishi esa hali munozarali.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71 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Yangi tug‘ilgan chaqaloqlar murdasining sud-tibbiy ekspertiza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10. Homila va yangi tug'ilgan go'daklar murdasi</a:t>
            </a:r>
          </a:p>
          <a:p>
            <a:pPr>
              <a:spcAft>
                <a:spcPts val="1200"/>
              </a:spcAft>
            </a:pPr>
            <a:r>
              <a:rPr sz="1800">
                <a:solidFill>
                  <a:srgbClr val="1F2937"/>
                </a:solidFill>
                <a:latin typeface="Calibri"/>
              </a:rPr>
              <a:t>▸  Payne-James J., Jones R., Karch S.B., Manlove J. Simpson's Forensic Medicine, 13th ed.. 2011. Chapter 7. Deaths and injury in infancy, pp. 65–75</a:t>
            </a:r>
          </a:p>
          <a:p>
            <a:pPr>
              <a:spcAft>
                <a:spcPts val="1200"/>
              </a:spcAft>
            </a:pPr>
            <a:r>
              <a:rPr sz="18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2-modul. Tanatologiya, hodisa joyi, murda ekspertizasi, yangi tug‘ilgan chaqaloq; bet 41-100</a:t>
            </a:r>
          </a:p>
          <a:p>
            <a:pPr>
              <a:spcAft>
                <a:spcPts val="1200"/>
              </a:spcAft>
            </a:pPr>
            <a:r>
              <a:rPr sz="1800">
                <a:solidFill>
                  <a:srgbClr val="1F2937"/>
                </a:solidFill>
                <a:latin typeface="Calibri"/>
              </a:rPr>
              <a:t>▸  Пиголкин Ю.И., Баринов Е.Х., Богомолов Д.В., Богомолова И.Н. Судебная медицина: учебник для вузов, М.: ГЭОТАР-МЕД (egasi taqdim etgan; yopiq foydalanish). 2002. Kirish, 1-5-boblar: fan, protsessual asos, usullar, tarix, ekspertiza ob’ektlari (kitob beti 5-66) (1/2); bet 5-55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