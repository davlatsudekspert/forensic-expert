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4-kurs-pediatriya-06-q30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Forensic medical examination in deaths from firearm injuries. Explosion trauma.</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Black powder produces approximately 300 cm³ of gaseous substance when 1 g is burned. How many times greater is gas formation in smokeless powder compared with black powder?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 times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 times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times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times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3 times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smokeless powder the gas volume is three times that of black powder. Therefore the energy imparted to the bullet is greater, and the bullet damages a distant target better. Other figures are not stated in the source.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83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Who first described the abrasion and contamination rims around the edges of the entrance hole of a gunshot wound, and in what year?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N.I. Pirogov, 1865</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N.I. Pirogov, 1849</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L.M. Eydlin, 1932</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I.V. Vinogradov, 1952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N.I. Pirogov, 1865</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abrasion and contamination rims are described in Pirogov's 1865 work on military field surgery. 1849 is the date when Pirogov described the tissue defect (minus-tissue). Eydlin studied the metal ring around the entrance hole, and Vinogradov studied the soot phenomenon.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91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gunshot injury to a flat bone, a truncated cone-shaped defect formed at the site where the bullet entered. In which direction did the projectile travel?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From the larger base toward the smaller base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Transverse to the axis of the cone, sideways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direction cannot be determined from the ratio of the bases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From the smaller base toward the larger 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From the smaller base toward the larger base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flat bone, the defect on the entrance side is shaped like a truncated cone. The smaller base of the cone faces the side where the bullet entered, and the larger base faces the exit side. Therefore, the direction of the wound track can be determined from the direction in which the cone widens.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92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wound from a shot cartridge fired from a smooth-bore hunting shotgun, the expert found one main entrance hole. Around it there are small round wounds made by individual pellets. Which type of action and approximately which distance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Compact action, distance up to 1 meter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Relative dispersion action, distance up to 5 meters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Dispersion action, distance greater than 5 meters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Compact action, muzzle pressed against the body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Relative dispersion action, distance up to 5 meters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relative dispersion action the pellets have not yet fully spread out. As a result, as in compact action, one main hole forms with small wounds around it; this is observed at distances up to 5 meters. In compact action there is only one hole, whereas in dispersion action the main hole disappears.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93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injury is found when a blank (projectile-less) cartridge is fired from a distance of a few centimeters?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large tissue defect with torn edges and rupture of internal organs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blind wound with hemorrhages under the meninges of the brain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Small superficial skin tears and a circular abrasion covered with soot and powder particles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deep blind wound with a wound track of 10–15 cm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Small superficial skin tears and a circular abrasion covered with soot and powder particles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From a distance of a few centimeters, a blank cartridge does not cause serious injury, only superficial changes. The severe changes in the other options result from the action of powder gases in contact shots.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94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explosions, baroacoustic trauma arises mainly from an abrupt change in pressure under the action of the surrounding shock wave. Which organs may be injured in this case?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Liver and spleen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Tympanic membrane of the ear and lungs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Esophagus and urinary bladder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Cornea of the eye and tooth enamel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Tympanic membrane of the ear and lungs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abrupt pressure change in the shock wave affects air-containing organs, namely the tympanic membrane of the ear and the lungs. The organs in the other options are not indicated in the source as typical targets of baroacoustic trauma.</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101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When powder burns, high gas pressure develops in the confined space of the cartridge. Which answer correctly gives this pressure, in atmospheres (atm.), for smooth-bore and rifled weapons?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2000–3000 atm. in smooth-bore weapons, 400–700 atm. in rifled weapons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400–700 atm. in smooth-bore weapons, 2000–3000 atm. in rifled weapons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100–200 atm. in smooth-bore weapons, 700–1000 atm. in rifled weapons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 both types of weapons the pressure is approximately 400–700 atm.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400–700 atm. in smooth-bore weapons, 2000–3000 atm. in rifled weapons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smooth-bore weapons the pressure is considerably lower (400–700 atm.), while in rifled weapons it reaches 2000–3000 atm.; therefore the projectile velocity is also considerably higher in rifled weapons. The remaining options swap the values or give unfounded figures.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83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muzzle of a firearm was pressed against the body at an angle and fired (oblique contact shot). What picture is expected around the entrance hole?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An imprint matching the muzzle cross-section, uniform around the entire circumference, and equal tears on all sides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Complete absence of signs of additional factors, only the action of the bullet itself</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Symmetrical, circular spread of soot and powder particles around the hole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Skin tears and a 'tongue-shaped' distribution of soot, powder, and metal particles only on the obtuse-angle side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Skin tears and a 'tongue-shaped' distribution of soot, powder, and metal particles only on the obtuse-angle side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an oblique contact shot, only part of the additional factors enters the wound track, while the rest escapes toward the open angle between the muzzle and the skin. For this reason, the tears and particles are found on one side, in a tongue-like shape. A symmetrical picture is characteristic of a perpendicular contact shot or a close range.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87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 forensic examination of a corpse, the wound track of a gunshot injury was found to be interrupted. What does this usually indicate?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That the injury was inflicted in a living organism, at a time when the tissues could contract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That the shot was fired in contact, with the muzzle pressed tightly against the body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That the injury was inflicted by an automatic weapon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That the projectile struck an obstacle before entering the body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That the injury was inflicted in a living organism, at a time when the tissues could contract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 interrupted track forms as a result of contraction of the tissues along the track, so it indicates the vitality of the injury, i.e., that it was inflicted during life. The other options are not related to the continuity of the track; they pertain to other signs concerning distance, weapon type, or an obstacle.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90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group of explosives does powder belong to, and what property allows its use in a firearm cartridge?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 belongs to the primary (initiating) group; because it is highly sensitive to various influences, it can be used in a cartridge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 belongs to the secondary (brisant) group; it is used in a cartridge because it is initiated by detonation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It belongs to the propellant group; it decomposes by burning, without undergoing detonation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belongs to the group of pyrotechnic compositions; it consists of a mixture of an inorganic oxidizer and fuel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It belongs to the propellant group; it decomposes by burning, without undergoing detonation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Powder is a propellant explosive: it does not detonate but decomposes by burning, so it is suitable for propelling the projectile out of the barrel. Primary substances are used in primers and detonators, brisant substances in projectiles and bombs, and pyrotechnic compositions in signal rockets.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99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a gas cylinder explosion, which factor causes the main injuries to the victim?</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Thermal effect similar to a steam burn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Effect of the environmental shock wave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Special injuring agents placed in the explosive device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Fragments of the cylinder wall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Fragments of the cylinder wall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devices without an explosive charge, the type of injury depends on the type of device that exploded. In a gas cylinder, the main injury is caused by fragments of the cylinder wall, whereas in a steam boiler it is mainly caused by the thermal effect. A gas cylinder does not contain special injuring agents.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101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1932, L.M. Eidlin found a metal ring around the entry hole. For a lead bullet, what is the greatest distance at which he stated that lead can still be detected?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50–60 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5–6 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100–120 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500–600 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50–60 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Eidlin stated that when a lead bullet is fired, a metal ring remains around the entry hole, and lead can be detected even from a distance of 50–60 m. The other figures are not given in the source and are either too small or too large.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201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the classification given in the textbook, which type of explosion do explosions of steam boilers and gas cylinders belong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Natural explosions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Intentional explosions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Accidental explosions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Pyrotechnic explosions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Accidental explosions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Explosions are divided into natural (lightning, volcano, meteorite), intentional (explosive substances, pyrotechnic compositions) and accidental (gas cylinders, steam boilers) types. The explosion of a steam boiler or a gas cylinder occurs without human intent, so it is considered an accidental explosion. "Pyrotechnic explosions" are not singled out as a separate type.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98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By which feature does the detonation of an explosive substance differ from its ordinary combustion?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transformation proceeds under the action of a shock wave, and its speed reaches several thousand m/sec</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transformation always proceeds slowly and begins only in a closed environment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transformation is characteristic only of smoky powder and does not create gas pressure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transformation proceeds by burning and its speed does not exceed 400 m/sec</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The transformation proceeds under the action of a shock wave, and its speed reaches several thousand m/sec</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In detonation, the substance is transformed under the action of a shock wave. The process proceeds at a speed of several thousand m/sec and creates very high gas pressure (more than one hundred thousand atmospheres in TNT). Combustion, by contrast, proceeds relatively slowly; even in black powder in a closed environment the speed reaches 400 m/sec. The other options are either characteristic of combustion or are entirely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98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diaphysis of a long tubular bone, a round defect with radial cracks was found on one side, and on the opposite side a larger defect with cracks running longitudinally from it. What is the direction of movement of the projectile?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From the side with the larger defect toward the side with the round defect with radial cracks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Both sides are entry sites, because the bullet split in two within the bone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side with the round defect is the exit, because the entry hole is always larger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From the side with the round defect with radial cracks toward the side with the larger defect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From the side with the round defect with radial cracks toward the side with the larger defect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 tubular bone, the side where the bullet entered has a round defect with radial cracks. On the exit side the defect is larger, with cracks directed longitudinally. Therefore, the projectile moved from the side with the round defect to the side with the larger defect. The other options reverse or misinterpret the signs of entry and exit.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92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shot was fired from a Makarov pistol from a distance of 120 cm. On the victim's clothing, powder and metal particles were found around the entry hole, with no signs of the effect of soot and powder gases. Which zone of close range does this situation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first zone, because all additional factors acted together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third zone, because in the Makarov this zone extends up to 150 cm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second zone, because powder particles are found only in this zone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Not close range, because the distance exceeds 1 meter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third zone, because in the Makarov this zone extends up to 150 cm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Makarov, the first zone is approximately 1 cm, and the second zone usually ends at 25–35 cm. 120 cm is outside both of these zones. The third zone, in which only powder and metal particles remain, extends up to 150 cm in the Makarov. Therefore, 120 cm corresponds to the third zone, and the shot still falls within close range.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88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As a result of an explosion, the victim has various mechanical injuries on the surface facing the center of the explosion. Injuries were also found on the opposite surface. How will the expert assess the mechanism of formation of these injuries?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environmental shock wave acted directly on this surface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They arose as a result of the body striking surrounding objects or falling</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Carboxyhemoglobin formed due to the chemical effect of explosion gases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Fragments of the explosive device entered from the back of the body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They arose as a result of the body striking surrounding objects or falling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shock wave acts like a blunt object with an unbounded flat surface and produces mechanical injuries on the surface facing the center of the explosion. Injuries on the opposite surface are usually associated with the body being thrown and striking surrounding objects or falling. Carboxyhemoglobin is a sign of chemical effect and does not explain mechanical injuries.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100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There are two gunshot defects in a flat bone of the skull. The crack lines starting from defect A reach the cracks starting from defect B and end without crossing them. In what sequence were the injuries inflicted?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Injury A was inflicted first, injury B later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Both injuries were inflicted at the same time, because the cracks met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sequence cannot be determined from the crack lines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Injury B was inflicted first, injury A later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Injury B was inflicted first, injury A later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Crack lines starting from a later defect do not cross the cracks of an earlier injury; they reach them and stop. Since the cracks of defect A ended at the cracks of B, A was inflicted later and B earlier. The second and third options contradict this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97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exit hole of a perforating gunshot wound in the forearm region, the expert found a cone-shaped tissue defect, with its apex directed outward. Which answer correctly explains this situation?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Because the bullet moved together with powder gases on exit, such a defect always forms at the exit hole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This hole is actually an entry hole, because a defect with the cone apex directed outward is characteristic only of an entry hole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In a thin region of the body, the bullet retained high energy even on exit and exerted a tearing effect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bullet struck the bone and fragmented, and a tissue defect formed in the exit region as a result of a wedge-like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In a thin region of the body, the bullet retained high energy even on exit and exerted a tearing effect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tissue defect is usually not characteristic of an exit hole. Only in thin regions such as the forearm or shoulder does the bullet retain high energy even on exit and, by a tearing effect, produce a cone-shaped defect with its apex directed outward. In an entry hole, the apex of the defect is directed inward.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93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On the left side of a corpse, 7 closely spaced entry holes were found. The shape and size of the holes are the same, the wound tracks are in one direction, and the signs of shooting distance also do not differ from one another. Which conclusion of the expert is the most well-founded?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injuries may have been inflicted from an automatic weapon, because with such a weapon the shape, size, track direction and distance of the holes do not differ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injuries were inflicted from at least seven different weapons, because each entry hole indicates a separate shot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injuries were inflicted from a smoothbore hunting gun with a shot cartridge, because the pellets scatter to one side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injuries were inflicted from a pneumatic weapon, because numerous identical wound tracks are formed with this weapon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The injuries may have been inflicted from an automatic weapon, because with such a weapon the shape, size, track direction and distance of the holes do not differ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Up to 900 shots per minute can be fired from an automatic weapon. As a result, numerous, closely spaced, identical-looking injuries appear on one side of the body. A shot cartridge produces several entry holes together with a central hole or scattered small wounds, while numerous such tracks are not characteristic of a pneumatic weapon.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97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two separate cases, the victim was shot from a distance of 2 cm: in one a Makarov pistol was used, in the other a 7.62-caliber Kalashnikov assault rifle. Which answer is correct regarding the close-range zones?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In both cases the first zone: signs of the effect of powder gases are detected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In both cases the second zone: signs of the effect of powder gases are not detected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Makarov – first zone, Kalashnikov – second zone, because the barrel of the assault rifle is longer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Makarov – second zone (no gas signs), Kalashnikov – first zone (gas signs present)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Makarov – second zone (no gas signs), Kalashnikov – first zone (gas signs present)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length of the first zone is about 1 cm for the Makarov pistol and up to 3 cm for the Kalashnikov assault rifle. Therefore, a distance of 2 cm lies outside the first zone for the Makarov (second zone), while for the assault rifle it is still within the first zone. Thus, the same distance produces different range signs with different weapons.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88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An entrance gunshot wound was found on a corpse, with no soot, powder, or metal particles around it. According to the circumstances of the incident, at the moment of the shot the victim was standing on the other side of a door, leaning against it with his back. What conclusion should the expert correctly draw?</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shot was fired from a non-close distance, because there are no signs of additional factors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absence of additional factors does not exclude a shot from close range, because the factors may have remained on the door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the shot had been from close range, soot would necessarily have had to be found on the inner layer of the clothing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This wound was inflicted by a pneumatic weapon, because such a weapon has no additional factor effects at all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The absence of additional factors does not exclude a shot from close range, because the factors may have remained on the door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there is an obstacle between the muzzle end and the victim, the additional factors remain on the obstacle and do not reach the target. Therefore, their absence does not rule out a shot from close range, and the expert must take this into account. The finding of soot on the inner layer is another phenomenon requiring special conditions.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188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an incident involving a gas weapon, the expert wants to take traces of an irritant from the victim's skin surface for forensic chemical examination. Which is the correct procedure indicated in the textbook?</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skin surface is wiped with dry cotton wool, and the sample is placed in a paper envelope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skin surface is washed with distilled water, and the wash is fixed with formalin in a glass container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swab is taken from the skin surface using a gauze tampon moistened with ethyl alcohol, and placed in a plastic bag or an airtight container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skin layer with irritant traces is scraped off with a scalpel and sent to the laboratory in an open test tube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A swab is taken from the skin surface using a gauze tampon moistened with ethyl alcohol, and placed in a plastic bag or an airtight container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Samples from large objects and the skin surface are taken using a gauze tampon moistened with ethyl alcohol. The wash is placed in a plastic bag or a hermetically sealed container and sent to the laboratory. Dry or open methods may cause loss of the irritant, and formalin is not indicated for this purpose.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95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an explosion, the victim's eardrum is ruptured. There are no signs of the effect of explosion gases and soot on the body; the injuries were inflicted by fragments of the explosive device and secondary missiles. Which explosion distance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Relatively close distance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Contact of the explosive device with the body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Close distance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Non-close distance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Relatively close distance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Rupture of the eardrum indicates the effect of the ambient blast wave, while there is no effect of detonation products. At a relatively close distance, injuries are produced by the blast wave, device fragments, and secondary missiles. At contact and close distance, detonation products also act, whereas at a non-close distance the blast wave does not act.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101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corpse has two perforating gunshot wounds in the right lung. In wound A, the entrance and exit openings within the lung do not coincide with each other, whereas in wound B they do coincide. What conclusion does the expert draw about the sequence of the wounds?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A first, B second: the bullet of B passed through a lung already collapsed after hemopneumothorax</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 first, A second: the second bullet displaced the collapsed lung and misdirected the channel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Both wounds were inflicted simultaneously: the mismatch of the openings depends only on the bullet's velocity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 first, A second: the first bullet displaced the lung tissue more and disrupted the channel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first, B second: the bullet of B passed through a lung already collapsed after hemopneumothorax</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first bullet passes when the lung is not collapsed, so the entrance and exit openings do not line up. The resulting hemopneumothorax collapses the lung, and the channel of the second bullet comes out straight. The other options reverse this order or claim the sequence cannot be determined, which is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193-194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During the autopsy of a corpse with a gunshot wound of the abdominal cavity, an injury of the inferior vena cava was found, but the bullet was not found in the abdominal cavity. What is the expert's correct next action?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Considers that the bullet exited through the body and stops the search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Performs radiography, examines the collected blood and clots, and also searches the heart chambers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Layer by layer cuts only the abdominal wall muscles and searches for the bullet there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Limits the search to the area around the wound channel, because the bullet does not move with the blood flow</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Performs radiography, examines the collected blood and clots, and also searches the heart chambers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bullet that has entered the inferior vena cava can reach the heart with the blood flow, so it must be sought even far from the primary channel. Radiological examination and inspection of blood clots in a container serve this purpose. The other options narrow the search without justification.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190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an explosion incident, the strongest destructive effect of the gases, the densest deposition of soot, and the direction of the wound channels formed by fragments toward the left side were found on the left side of the victim's body. What conclusion does the expert draw about the location of the explosive device?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device was on the victim's right side, because the blast wave destroys the opposite side more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location of the device cannot be determined, because soot and fragment traces depend only on the type of explosion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device was on the left side, located close by: all three signs indicate that the explosion center was on that side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device was above the victim, because fragment channels are always directed from top to bottom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The device was on the left side, located close by: all three signs indicate that the explosion center was on that side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position relative to the explosion center is determined by jointly assessing the site of the strongest destructive effect of the gases, the zone of densest soot deposition, the location of fragment wounds, and the direction of their channels. If these three signs point to one side, it is concluded that the center was on that side.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Харин Г.М. (Kharin G.M.)., Краткий курс судебной медицины: учебное пособие, 110-111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According to the investigation, a tracer bullet was fired at the victim from a long distance. Around the entrance opening there is a black rim resembling soot, but there are no powder particles or metal particles. The clothing fits tightly against the body. Which conclusion is well-founded?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 was fired from a close distance, because soot comes only together with powder gases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Vinogradov phenomenon: under tight-clothing conditions, rarefaction after the bullet brought in the soot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It was fired at point-blank range, because the soot rim appeared around the entrance opening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rim may be formed from the substance of the tracer bullet, so it is premature to speak of a close distance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rim may be formed from the substance of the tracer bullet, so it is premature to speak of a close distance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Barium and magnesium compounds in the composition of a tracer bullet can form a rim resembling the soot of a close-range shot even when fired from a long distance. The absence of powder and metal particles supports this conclusion. For the Vinogradov phenomenon, the clothing must not fit tightly against the body.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194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total of two entrance and two exit openings were found in the victim's forearm and chest area. There are no other bullet traces on the body, and the wound channels lie on one line. Which conclusion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Two shots were fired, because one bullet cannot produce two entrance openings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It was fired in bursts from an automatic weapon, because the number of openings is two each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One bullet may have perforated first the forearm and then the chest; the number of openings need not equal the number of bullets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One bullet only grazed, because two entrance openings are characteristic of a tangential wound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One bullet may have perforated first the forearm and then the chest; the number of openings need not equal the number of bullets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thin parts of the body (forearm, chest), one bullet can produce two entrance and two exit openings. Therefore, the number of bullets cannot be determined directly from the number of openings; the direction and location of the channels are also taken into account.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90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After an explosion, mechanical injuries and hemorrhages in the lungs characteristic of a barroacoustic blast wave were found in the victim. There are no signs of explosion gases, soot, or clothing burns; the injuries were also inflicted by fragments of the explosive device and secondary missiles. Which explosion distance does this correspond to?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Relatively close distance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Contact of the explosive device with the body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Close distance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Non-close distance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Relatively close distance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At a relatively close distance, injuries are produced by the blast wave, device fragments, and secondary missiles, while detonation products (gas, soot) do not act. At contact and close distance, detonation products also act. At a non-close distance there are no signs of the blast wave, and the main factor is only fragments and secondary missiles.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101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in deaths from firearm injuries.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4. O'q otar qurollardan jarohatlar</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3-modul. O‘tkir qurollar va o‘q otar jarohatlar; bet 230-290</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IV bo‘lim (10-13-boblar). O‘tkir qurollar, o‘q otar va portlash travmasi; bet 92-117</a:t>
            </a:r>
          </a:p>
          <a:p>
            <a:pPr>
              <a:spcAft>
                <a:spcPts val="1200"/>
              </a:spcAft>
            </a:pPr>
            <a:r>
              <a:rPr sz="1800">
                <a:solidFill>
                  <a:srgbClr val="1F2937"/>
                </a:solidFill>
                <a:latin typeface="Calibri"/>
              </a:rPr>
              <a:t>▸  Iskandarov A.I., Qo‘ldoshev D.R. Sud tibbiyoti (tibbiyot instituti talabalari uchun), Toshkent (egasi taqdim etgan; yopiq foydalanish). . IX-X-boblar. O‘tkir vositalar va o‘q otar qurollar; bet 149-201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